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5" r:id="rId1"/>
  </p:sldMasterIdLst>
  <p:sldIdLst>
    <p:sldId id="256" r:id="rId2"/>
    <p:sldId id="266" r:id="rId3"/>
    <p:sldId id="282" r:id="rId4"/>
    <p:sldId id="287" r:id="rId5"/>
    <p:sldId id="288" r:id="rId6"/>
    <p:sldId id="262" r:id="rId7"/>
    <p:sldId id="285" r:id="rId8"/>
    <p:sldId id="325" r:id="rId9"/>
    <p:sldId id="279" r:id="rId10"/>
    <p:sldId id="280" r:id="rId11"/>
    <p:sldId id="267" r:id="rId12"/>
    <p:sldId id="284" r:id="rId13"/>
    <p:sldId id="292" r:id="rId14"/>
    <p:sldId id="268" r:id="rId15"/>
    <p:sldId id="293" r:id="rId16"/>
    <p:sldId id="294" r:id="rId17"/>
    <p:sldId id="295" r:id="rId18"/>
    <p:sldId id="326" r:id="rId19"/>
    <p:sldId id="327" r:id="rId20"/>
    <p:sldId id="328" r:id="rId21"/>
    <p:sldId id="329" r:id="rId22"/>
    <p:sldId id="330" r:id="rId23"/>
    <p:sldId id="331" r:id="rId24"/>
    <p:sldId id="332" r:id="rId25"/>
    <p:sldId id="333" r:id="rId26"/>
    <p:sldId id="334" r:id="rId27"/>
    <p:sldId id="335" r:id="rId28"/>
    <p:sldId id="336" r:id="rId29"/>
  </p:sldIdLst>
  <p:sldSz cx="9144000" cy="6858000" type="screen4x3"/>
  <p:notesSz cx="6858000" cy="9144000"/>
  <p:defaultTextStyle>
    <a:defPPr>
      <a:defRPr lang="es-E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546" y="72"/>
      </p:cViewPr>
      <p:guideLst>
        <p:guide orient="horz" pos="2160"/>
        <p:guide pos="2880"/>
      </p:guideLst>
    </p:cSldViewPr>
  </p:slideViewPr>
  <p:notesTextViewPr>
    <p:cViewPr>
      <p:scale>
        <a:sx n="100" d="100"/>
        <a:sy n="100" d="100"/>
      </p:scale>
      <p:origin x="0" y="0"/>
    </p:cViewPr>
  </p:notesTextViewPr>
  <p:sorterViewPr>
    <p:cViewPr>
      <p:scale>
        <a:sx n="90" d="100"/>
        <a:sy n="90" d="100"/>
      </p:scale>
      <p:origin x="0" y="352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4" name="Group 2"/>
          <p:cNvGrpSpPr>
            <a:grpSpLocks/>
          </p:cNvGrpSpPr>
          <p:nvPr/>
        </p:nvGrpSpPr>
        <p:grpSpPr bwMode="auto">
          <a:xfrm>
            <a:off x="0" y="927100"/>
            <a:ext cx="8991600" cy="4495800"/>
            <a:chOff x="0" y="584"/>
            <a:chExt cx="5664" cy="2832"/>
          </a:xfrm>
        </p:grpSpPr>
        <p:sp>
          <p:nvSpPr>
            <p:cNvPr id="5" name="AutoShape 3"/>
            <p:cNvSpPr>
              <a:spLocks noChangeArrowheads="1"/>
            </p:cNvSpPr>
            <p:nvPr userDrawn="1"/>
          </p:nvSpPr>
          <p:spPr bwMode="auto">
            <a:xfrm>
              <a:off x="432" y="1304"/>
              <a:ext cx="4656" cy="2112"/>
            </a:xfrm>
            <a:prstGeom prst="roundRect">
              <a:avLst>
                <a:gd name="adj" fmla="val 16667"/>
              </a:avLst>
            </a:prstGeom>
            <a:noFill/>
            <a:ln w="50800">
              <a:solidFill>
                <a:schemeClr val="bg2"/>
              </a:solidFill>
              <a:round/>
              <a:headEnd/>
              <a:tailEnd/>
            </a:ln>
            <a:effectLst/>
          </p:spPr>
          <p:txBody>
            <a:bodyPr wrap="none" anchor="ctr"/>
            <a:lstStyle/>
            <a:p>
              <a:pPr algn="ctr">
                <a:defRPr/>
              </a:pPr>
              <a:endParaRPr lang="es-ES" sz="2400">
                <a:latin typeface="Times New Roman" pitchFamily="18" charset="0"/>
              </a:endParaRPr>
            </a:p>
          </p:txBody>
        </p:sp>
        <p:sp>
          <p:nvSpPr>
            <p:cNvPr id="6" name="Rectangle 4"/>
            <p:cNvSpPr>
              <a:spLocks noChangeArrowheads="1"/>
            </p:cNvSpPr>
            <p:nvPr userDrawn="1"/>
          </p:nvSpPr>
          <p:spPr bwMode="blackWhite">
            <a:xfrm>
              <a:off x="144" y="584"/>
              <a:ext cx="4512" cy="624"/>
            </a:xfrm>
            <a:prstGeom prst="rect">
              <a:avLst/>
            </a:prstGeom>
            <a:solidFill>
              <a:schemeClr val="bg1"/>
            </a:solidFill>
            <a:ln w="57150">
              <a:solidFill>
                <a:schemeClr val="bg2"/>
              </a:solidFill>
              <a:miter lim="800000"/>
              <a:headEnd/>
              <a:tailEnd/>
            </a:ln>
            <a:effectLst/>
          </p:spPr>
          <p:txBody>
            <a:bodyPr wrap="none" anchor="ctr"/>
            <a:lstStyle/>
            <a:p>
              <a:pPr algn="ctr">
                <a:defRPr/>
              </a:pPr>
              <a:endParaRPr lang="es-ES" sz="2400">
                <a:latin typeface="Times New Roman" pitchFamily="18" charset="0"/>
              </a:endParaRPr>
            </a:p>
          </p:txBody>
        </p:sp>
        <p:sp>
          <p:nvSpPr>
            <p:cNvPr id="7" name="AutoShape 5"/>
            <p:cNvSpPr>
              <a:spLocks noChangeArrowheads="1"/>
            </p:cNvSpPr>
            <p:nvPr userDrawn="1"/>
          </p:nvSpPr>
          <p:spPr bwMode="blackWhite">
            <a:xfrm>
              <a:off x="0" y="872"/>
              <a:ext cx="5664" cy="1152"/>
            </a:xfrm>
            <a:custGeom>
              <a:avLst/>
              <a:gdLst>
                <a:gd name="G0" fmla="+- 1000 0 0"/>
                <a:gd name="G1" fmla="+- 1000 0 0"/>
                <a:gd name="G2" fmla="+- G0 0 G1"/>
                <a:gd name="G3" fmla="*/ G1 1 2"/>
                <a:gd name="G4" fmla="+- G0 0 G3"/>
                <a:gd name="T0" fmla="*/ 0 w 1000"/>
                <a:gd name="T1" fmla="*/ 0 h 1000"/>
                <a:gd name="T2" fmla="*/ G4 w 1000"/>
                <a:gd name="T3" fmla="*/ G1 h 1000"/>
              </a:gdLst>
              <a:ahLst/>
              <a:cxnLst>
                <a:cxn ang="0">
                  <a:pos x="0" y="0"/>
                </a:cxn>
                <a:cxn ang="0">
                  <a:pos x="4416" y="0"/>
                </a:cxn>
                <a:cxn ang="0">
                  <a:pos x="4917" y="500"/>
                </a:cxn>
                <a:cxn ang="0">
                  <a:pos x="4417" y="1000"/>
                </a:cxn>
                <a:cxn ang="0">
                  <a:pos x="0" y="1000"/>
                </a:cxn>
              </a:cxnLst>
              <a:rect l="T0" t="T1" r="T2" b="T3"/>
              <a:pathLst>
                <a:path w="4917" h="1000">
                  <a:moveTo>
                    <a:pt x="0" y="0"/>
                  </a:moveTo>
                  <a:lnTo>
                    <a:pt x="4416" y="0"/>
                  </a:lnTo>
                  <a:cubicBezTo>
                    <a:pt x="4693" y="0"/>
                    <a:pt x="4917" y="223"/>
                    <a:pt x="4917" y="500"/>
                  </a:cubicBezTo>
                  <a:cubicBezTo>
                    <a:pt x="4917" y="776"/>
                    <a:pt x="4693" y="999"/>
                    <a:pt x="4417" y="1000"/>
                  </a:cubicBezTo>
                  <a:lnTo>
                    <a:pt x="0" y="1000"/>
                  </a:lnTo>
                  <a:close/>
                </a:path>
              </a:pathLst>
            </a:custGeom>
            <a:solidFill>
              <a:schemeClr val="folHlink"/>
            </a:solidFill>
            <a:ln w="9525">
              <a:noFill/>
              <a:miter lim="800000"/>
              <a:headEnd/>
              <a:tailEnd/>
            </a:ln>
          </p:spPr>
          <p:txBody>
            <a:bodyPr/>
            <a:lstStyle/>
            <a:p>
              <a:pPr>
                <a:defRPr/>
              </a:pPr>
              <a:endParaRPr lang="es-ES" sz="2400">
                <a:latin typeface="Times New Roman" pitchFamily="18" charset="0"/>
              </a:endParaRPr>
            </a:p>
          </p:txBody>
        </p:sp>
        <p:sp>
          <p:nvSpPr>
            <p:cNvPr id="8" name="Line 6"/>
            <p:cNvSpPr>
              <a:spLocks noChangeShapeType="1"/>
            </p:cNvSpPr>
            <p:nvPr userDrawn="1"/>
          </p:nvSpPr>
          <p:spPr bwMode="auto">
            <a:xfrm>
              <a:off x="0" y="1928"/>
              <a:ext cx="5232" cy="0"/>
            </a:xfrm>
            <a:prstGeom prst="line">
              <a:avLst/>
            </a:prstGeom>
            <a:noFill/>
            <a:ln w="50800">
              <a:solidFill>
                <a:schemeClr val="bg1"/>
              </a:solidFill>
              <a:round/>
              <a:headEnd/>
              <a:tailEnd/>
            </a:ln>
            <a:effectLst/>
          </p:spPr>
          <p:txBody>
            <a:bodyPr/>
            <a:lstStyle/>
            <a:p>
              <a:pPr>
                <a:defRPr/>
              </a:pPr>
              <a:endParaRPr lang="es-ES"/>
            </a:p>
          </p:txBody>
        </p:sp>
      </p:grpSp>
      <p:sp>
        <p:nvSpPr>
          <p:cNvPr id="45063" name="Rectangle 7"/>
          <p:cNvSpPr>
            <a:spLocks noGrp="1" noChangeArrowheads="1"/>
          </p:cNvSpPr>
          <p:nvPr>
            <p:ph type="ctrTitle"/>
          </p:nvPr>
        </p:nvSpPr>
        <p:spPr>
          <a:xfrm>
            <a:off x="228600" y="1427163"/>
            <a:ext cx="8077200" cy="1609725"/>
          </a:xfrm>
        </p:spPr>
        <p:txBody>
          <a:bodyPr/>
          <a:lstStyle>
            <a:lvl1pPr>
              <a:defRPr sz="4600"/>
            </a:lvl1pPr>
          </a:lstStyle>
          <a:p>
            <a:r>
              <a:rPr lang="es-ES"/>
              <a:t>Haga clic para cambiar el estilo de título	</a:t>
            </a:r>
          </a:p>
        </p:txBody>
      </p:sp>
      <p:sp>
        <p:nvSpPr>
          <p:cNvPr id="45064" name="Rectangle 8"/>
          <p:cNvSpPr>
            <a:spLocks noGrp="1" noChangeArrowheads="1"/>
          </p:cNvSpPr>
          <p:nvPr>
            <p:ph type="subTitle" idx="1"/>
          </p:nvPr>
        </p:nvSpPr>
        <p:spPr>
          <a:xfrm>
            <a:off x="1066800" y="3441700"/>
            <a:ext cx="6629400" cy="1676400"/>
          </a:xfrm>
        </p:spPr>
        <p:txBody>
          <a:bodyPr/>
          <a:lstStyle>
            <a:lvl1pPr marL="0" indent="0">
              <a:buFont typeface="Wingdings" pitchFamily="2" charset="2"/>
              <a:buNone/>
              <a:defRPr/>
            </a:lvl1pPr>
          </a:lstStyle>
          <a:p>
            <a:r>
              <a:rPr lang="es-ES"/>
              <a:t>Haga clic para modificar el estilo de subtítulo del patrón</a:t>
            </a:r>
          </a:p>
        </p:txBody>
      </p:sp>
      <p:sp>
        <p:nvSpPr>
          <p:cNvPr id="9" name="Rectangle 9"/>
          <p:cNvSpPr>
            <a:spLocks noGrp="1" noChangeArrowheads="1"/>
          </p:cNvSpPr>
          <p:nvPr>
            <p:ph type="dt" sz="half" idx="10"/>
          </p:nvPr>
        </p:nvSpPr>
        <p:spPr>
          <a:xfrm>
            <a:off x="457200" y="6248400"/>
            <a:ext cx="2133600" cy="471488"/>
          </a:xfrm>
        </p:spPr>
        <p:txBody>
          <a:bodyPr/>
          <a:lstStyle>
            <a:lvl1pPr>
              <a:defRPr/>
            </a:lvl1pPr>
          </a:lstStyle>
          <a:p>
            <a:pPr>
              <a:defRPr/>
            </a:pPr>
            <a:fld id="{7B754B28-39B6-4983-B29B-229EF7248885}" type="datetimeFigureOut">
              <a:rPr lang="es-ES"/>
              <a:pPr>
                <a:defRPr/>
              </a:pPr>
              <a:t>24/11/2017</a:t>
            </a:fld>
            <a:endParaRPr lang="es-ES"/>
          </a:p>
        </p:txBody>
      </p:sp>
      <p:sp>
        <p:nvSpPr>
          <p:cNvPr id="10" name="Rectangle 10"/>
          <p:cNvSpPr>
            <a:spLocks noGrp="1" noChangeArrowheads="1"/>
          </p:cNvSpPr>
          <p:nvPr>
            <p:ph type="ftr" sz="quarter" idx="11"/>
          </p:nvPr>
        </p:nvSpPr>
        <p:spPr>
          <a:xfrm>
            <a:off x="3124200" y="6253163"/>
            <a:ext cx="2895600" cy="457200"/>
          </a:xfrm>
        </p:spPr>
        <p:txBody>
          <a:bodyPr/>
          <a:lstStyle>
            <a:lvl1pPr>
              <a:defRPr/>
            </a:lvl1pPr>
          </a:lstStyle>
          <a:p>
            <a:pPr>
              <a:defRPr/>
            </a:pPr>
            <a:endParaRPr lang="es-ES"/>
          </a:p>
        </p:txBody>
      </p:sp>
      <p:sp>
        <p:nvSpPr>
          <p:cNvPr id="11" name="Rectangle 11"/>
          <p:cNvSpPr>
            <a:spLocks noGrp="1" noChangeArrowheads="1"/>
          </p:cNvSpPr>
          <p:nvPr>
            <p:ph type="sldNum" sz="quarter" idx="12"/>
          </p:nvPr>
        </p:nvSpPr>
        <p:spPr>
          <a:xfrm>
            <a:off x="6553200" y="6248400"/>
            <a:ext cx="2133600" cy="471488"/>
          </a:xfrm>
        </p:spPr>
        <p:txBody>
          <a:bodyPr/>
          <a:lstStyle>
            <a:lvl1pPr>
              <a:defRPr/>
            </a:lvl1pPr>
          </a:lstStyle>
          <a:p>
            <a:pPr>
              <a:defRPr/>
            </a:pPr>
            <a:fld id="{AF2D087A-1F28-4591-B509-A3767808B555}" type="slidenum">
              <a:rPr lang="es-ES"/>
              <a:pPr>
                <a:defRPr/>
              </a:pPr>
              <a:t>‹Nº›</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Rectangle 8"/>
          <p:cNvSpPr>
            <a:spLocks noGrp="1" noChangeArrowheads="1"/>
          </p:cNvSpPr>
          <p:nvPr>
            <p:ph type="dt" sz="half" idx="10"/>
          </p:nvPr>
        </p:nvSpPr>
        <p:spPr>
          <a:ln/>
        </p:spPr>
        <p:txBody>
          <a:bodyPr/>
          <a:lstStyle>
            <a:lvl1pPr>
              <a:defRPr/>
            </a:lvl1pPr>
          </a:lstStyle>
          <a:p>
            <a:pPr>
              <a:defRPr/>
            </a:pPr>
            <a:fld id="{8325B754-8AC1-4DBB-8BB0-4BDB7C5AC74F}" type="datetimeFigureOut">
              <a:rPr lang="es-ES"/>
              <a:pPr>
                <a:defRPr/>
              </a:pPr>
              <a:t>24/11/2017</a:t>
            </a:fld>
            <a:endParaRPr lang="es-ES"/>
          </a:p>
        </p:txBody>
      </p:sp>
      <p:sp>
        <p:nvSpPr>
          <p:cNvPr id="5" name="Rectangle 9"/>
          <p:cNvSpPr>
            <a:spLocks noGrp="1" noChangeArrowheads="1"/>
          </p:cNvSpPr>
          <p:nvPr>
            <p:ph type="ftr" sz="quarter" idx="11"/>
          </p:nvPr>
        </p:nvSpPr>
        <p:spPr>
          <a:ln/>
        </p:spPr>
        <p:txBody>
          <a:bodyPr/>
          <a:lstStyle>
            <a:lvl1pPr>
              <a:defRPr/>
            </a:lvl1pPr>
          </a:lstStyle>
          <a:p>
            <a:pPr>
              <a:defRPr/>
            </a:pPr>
            <a:endParaRPr lang="es-ES"/>
          </a:p>
        </p:txBody>
      </p:sp>
      <p:sp>
        <p:nvSpPr>
          <p:cNvPr id="6" name="Rectangle 10"/>
          <p:cNvSpPr>
            <a:spLocks noGrp="1" noChangeArrowheads="1"/>
          </p:cNvSpPr>
          <p:nvPr>
            <p:ph type="sldNum" sz="quarter" idx="12"/>
          </p:nvPr>
        </p:nvSpPr>
        <p:spPr>
          <a:ln/>
        </p:spPr>
        <p:txBody>
          <a:bodyPr/>
          <a:lstStyle>
            <a:lvl1pPr>
              <a:defRPr/>
            </a:lvl1pPr>
          </a:lstStyle>
          <a:p>
            <a:pPr>
              <a:defRPr/>
            </a:pPr>
            <a:fld id="{DEB23080-69B0-4509-BA09-1114BB595BB7}" type="slidenum">
              <a:rPr lang="es-ES"/>
              <a:pPr>
                <a:defRPr/>
              </a:pPr>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smtClean="0"/>
              <a:t>Haga clic para modificar el estilo de texto del patrón</a:t>
            </a:r>
          </a:p>
        </p:txBody>
      </p:sp>
      <p:sp>
        <p:nvSpPr>
          <p:cNvPr id="4" name="Rectangle 8"/>
          <p:cNvSpPr>
            <a:spLocks noGrp="1" noChangeArrowheads="1"/>
          </p:cNvSpPr>
          <p:nvPr>
            <p:ph type="dt" sz="half" idx="10"/>
          </p:nvPr>
        </p:nvSpPr>
        <p:spPr>
          <a:ln/>
        </p:spPr>
        <p:txBody>
          <a:bodyPr/>
          <a:lstStyle>
            <a:lvl1pPr>
              <a:defRPr/>
            </a:lvl1pPr>
          </a:lstStyle>
          <a:p>
            <a:pPr>
              <a:defRPr/>
            </a:pPr>
            <a:fld id="{D1CFD804-4F86-4416-B3E8-CEA2083A81F3}" type="datetimeFigureOut">
              <a:rPr lang="es-ES"/>
              <a:pPr>
                <a:defRPr/>
              </a:pPr>
              <a:t>24/11/2017</a:t>
            </a:fld>
            <a:endParaRPr lang="es-ES"/>
          </a:p>
        </p:txBody>
      </p:sp>
      <p:sp>
        <p:nvSpPr>
          <p:cNvPr id="5" name="Rectangle 9"/>
          <p:cNvSpPr>
            <a:spLocks noGrp="1" noChangeArrowheads="1"/>
          </p:cNvSpPr>
          <p:nvPr>
            <p:ph type="ftr" sz="quarter" idx="11"/>
          </p:nvPr>
        </p:nvSpPr>
        <p:spPr>
          <a:ln/>
        </p:spPr>
        <p:txBody>
          <a:bodyPr/>
          <a:lstStyle>
            <a:lvl1pPr>
              <a:defRPr/>
            </a:lvl1pPr>
          </a:lstStyle>
          <a:p>
            <a:pPr>
              <a:defRPr/>
            </a:pPr>
            <a:endParaRPr lang="es-ES"/>
          </a:p>
        </p:txBody>
      </p:sp>
      <p:sp>
        <p:nvSpPr>
          <p:cNvPr id="6" name="Rectangle 10"/>
          <p:cNvSpPr>
            <a:spLocks noGrp="1" noChangeArrowheads="1"/>
          </p:cNvSpPr>
          <p:nvPr>
            <p:ph type="sldNum" sz="quarter" idx="12"/>
          </p:nvPr>
        </p:nvSpPr>
        <p:spPr>
          <a:ln/>
        </p:spPr>
        <p:txBody>
          <a:bodyPr/>
          <a:lstStyle>
            <a:lvl1pPr>
              <a:defRPr/>
            </a:lvl1pPr>
          </a:lstStyle>
          <a:p>
            <a:pPr>
              <a:defRPr/>
            </a:pPr>
            <a:fld id="{CAF408A9-7A9A-4236-BA9F-4D8F262E5075}" type="slidenum">
              <a:rPr lang="es-ES"/>
              <a:pPr>
                <a:defRPr/>
              </a:pPr>
              <a:t>‹Nº›</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sz="half" idx="1"/>
          </p:nvPr>
        </p:nvSpPr>
        <p:spPr>
          <a:xfrm>
            <a:off x="609600" y="1600200"/>
            <a:ext cx="38862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4648200" y="1600200"/>
            <a:ext cx="38862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Rectangle 8"/>
          <p:cNvSpPr>
            <a:spLocks noGrp="1" noChangeArrowheads="1"/>
          </p:cNvSpPr>
          <p:nvPr>
            <p:ph type="dt" sz="half" idx="10"/>
          </p:nvPr>
        </p:nvSpPr>
        <p:spPr>
          <a:ln/>
        </p:spPr>
        <p:txBody>
          <a:bodyPr/>
          <a:lstStyle>
            <a:lvl1pPr>
              <a:defRPr/>
            </a:lvl1pPr>
          </a:lstStyle>
          <a:p>
            <a:pPr>
              <a:defRPr/>
            </a:pPr>
            <a:fld id="{B4A800D1-190A-4BCA-8414-06C9BD94FC2A}" type="datetimeFigureOut">
              <a:rPr lang="es-ES"/>
              <a:pPr>
                <a:defRPr/>
              </a:pPr>
              <a:t>24/11/2017</a:t>
            </a:fld>
            <a:endParaRPr lang="es-ES"/>
          </a:p>
        </p:txBody>
      </p:sp>
      <p:sp>
        <p:nvSpPr>
          <p:cNvPr id="6" name="Rectangle 9"/>
          <p:cNvSpPr>
            <a:spLocks noGrp="1" noChangeArrowheads="1"/>
          </p:cNvSpPr>
          <p:nvPr>
            <p:ph type="ftr" sz="quarter" idx="11"/>
          </p:nvPr>
        </p:nvSpPr>
        <p:spPr>
          <a:ln/>
        </p:spPr>
        <p:txBody>
          <a:bodyPr/>
          <a:lstStyle>
            <a:lvl1pPr>
              <a:defRPr/>
            </a:lvl1pPr>
          </a:lstStyle>
          <a:p>
            <a:pPr>
              <a:defRPr/>
            </a:pPr>
            <a:endParaRPr lang="es-ES"/>
          </a:p>
        </p:txBody>
      </p:sp>
      <p:sp>
        <p:nvSpPr>
          <p:cNvPr id="7" name="Rectangle 10"/>
          <p:cNvSpPr>
            <a:spLocks noGrp="1" noChangeArrowheads="1"/>
          </p:cNvSpPr>
          <p:nvPr>
            <p:ph type="sldNum" sz="quarter" idx="12"/>
          </p:nvPr>
        </p:nvSpPr>
        <p:spPr>
          <a:ln/>
        </p:spPr>
        <p:txBody>
          <a:bodyPr/>
          <a:lstStyle>
            <a:lvl1pPr>
              <a:defRPr/>
            </a:lvl1pPr>
          </a:lstStyle>
          <a:p>
            <a:pPr>
              <a:defRPr/>
            </a:pPr>
            <a:fld id="{029F4145-0D0C-4C75-B98D-434953081A49}" type="slidenum">
              <a:rPr lang="es-ES"/>
              <a:pPr>
                <a:defRPr/>
              </a:pPr>
              <a:t>‹Nº›</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p:spPr>
        <p:txBody>
          <a:bodyPr/>
          <a:lstStyle>
            <a:lvl1pPr>
              <a:defRPr/>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Rectangle 8"/>
          <p:cNvSpPr>
            <a:spLocks noGrp="1" noChangeArrowheads="1"/>
          </p:cNvSpPr>
          <p:nvPr>
            <p:ph type="dt" sz="half" idx="10"/>
          </p:nvPr>
        </p:nvSpPr>
        <p:spPr>
          <a:ln/>
        </p:spPr>
        <p:txBody>
          <a:bodyPr/>
          <a:lstStyle>
            <a:lvl1pPr>
              <a:defRPr/>
            </a:lvl1pPr>
          </a:lstStyle>
          <a:p>
            <a:pPr>
              <a:defRPr/>
            </a:pPr>
            <a:fld id="{445CE732-A79E-4BAE-A69A-C0A6283E31DF}" type="datetimeFigureOut">
              <a:rPr lang="es-ES"/>
              <a:pPr>
                <a:defRPr/>
              </a:pPr>
              <a:t>24/11/2017</a:t>
            </a:fld>
            <a:endParaRPr lang="es-ES"/>
          </a:p>
        </p:txBody>
      </p:sp>
      <p:sp>
        <p:nvSpPr>
          <p:cNvPr id="8" name="Rectangle 9"/>
          <p:cNvSpPr>
            <a:spLocks noGrp="1" noChangeArrowheads="1"/>
          </p:cNvSpPr>
          <p:nvPr>
            <p:ph type="ftr" sz="quarter" idx="11"/>
          </p:nvPr>
        </p:nvSpPr>
        <p:spPr>
          <a:ln/>
        </p:spPr>
        <p:txBody>
          <a:bodyPr/>
          <a:lstStyle>
            <a:lvl1pPr>
              <a:defRPr/>
            </a:lvl1pPr>
          </a:lstStyle>
          <a:p>
            <a:pPr>
              <a:defRPr/>
            </a:pPr>
            <a:endParaRPr lang="es-ES"/>
          </a:p>
        </p:txBody>
      </p:sp>
      <p:sp>
        <p:nvSpPr>
          <p:cNvPr id="9" name="Rectangle 10"/>
          <p:cNvSpPr>
            <a:spLocks noGrp="1" noChangeArrowheads="1"/>
          </p:cNvSpPr>
          <p:nvPr>
            <p:ph type="sldNum" sz="quarter" idx="12"/>
          </p:nvPr>
        </p:nvSpPr>
        <p:spPr>
          <a:ln/>
        </p:spPr>
        <p:txBody>
          <a:bodyPr/>
          <a:lstStyle>
            <a:lvl1pPr>
              <a:defRPr/>
            </a:lvl1pPr>
          </a:lstStyle>
          <a:p>
            <a:pPr>
              <a:defRPr/>
            </a:pPr>
            <a:fld id="{A43B5942-AF2A-4C33-B288-BCDF78265166}" type="slidenum">
              <a:rPr lang="es-ES"/>
              <a:pPr>
                <a:defRPr/>
              </a:pPr>
              <a:t>‹Nº›</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Rectangle 8"/>
          <p:cNvSpPr>
            <a:spLocks noGrp="1" noChangeArrowheads="1"/>
          </p:cNvSpPr>
          <p:nvPr>
            <p:ph type="dt" sz="half" idx="10"/>
          </p:nvPr>
        </p:nvSpPr>
        <p:spPr>
          <a:ln/>
        </p:spPr>
        <p:txBody>
          <a:bodyPr/>
          <a:lstStyle>
            <a:lvl1pPr>
              <a:defRPr/>
            </a:lvl1pPr>
          </a:lstStyle>
          <a:p>
            <a:pPr>
              <a:defRPr/>
            </a:pPr>
            <a:fld id="{74C4CAE4-5372-4870-A0E0-8612FA3EF452}" type="datetimeFigureOut">
              <a:rPr lang="es-ES"/>
              <a:pPr>
                <a:defRPr/>
              </a:pPr>
              <a:t>24/11/2017</a:t>
            </a:fld>
            <a:endParaRPr lang="es-ES"/>
          </a:p>
        </p:txBody>
      </p:sp>
      <p:sp>
        <p:nvSpPr>
          <p:cNvPr id="4" name="Rectangle 9"/>
          <p:cNvSpPr>
            <a:spLocks noGrp="1" noChangeArrowheads="1"/>
          </p:cNvSpPr>
          <p:nvPr>
            <p:ph type="ftr" sz="quarter" idx="11"/>
          </p:nvPr>
        </p:nvSpPr>
        <p:spPr>
          <a:ln/>
        </p:spPr>
        <p:txBody>
          <a:bodyPr/>
          <a:lstStyle>
            <a:lvl1pPr>
              <a:defRPr/>
            </a:lvl1pPr>
          </a:lstStyle>
          <a:p>
            <a:pPr>
              <a:defRPr/>
            </a:pPr>
            <a:endParaRPr lang="es-ES"/>
          </a:p>
        </p:txBody>
      </p:sp>
      <p:sp>
        <p:nvSpPr>
          <p:cNvPr id="5" name="Rectangle 10"/>
          <p:cNvSpPr>
            <a:spLocks noGrp="1" noChangeArrowheads="1"/>
          </p:cNvSpPr>
          <p:nvPr>
            <p:ph type="sldNum" sz="quarter" idx="12"/>
          </p:nvPr>
        </p:nvSpPr>
        <p:spPr>
          <a:ln/>
        </p:spPr>
        <p:txBody>
          <a:bodyPr/>
          <a:lstStyle>
            <a:lvl1pPr>
              <a:defRPr/>
            </a:lvl1pPr>
          </a:lstStyle>
          <a:p>
            <a:pPr>
              <a:defRPr/>
            </a:pPr>
            <a:fld id="{F10C0053-35D9-44F8-8F44-33D69E9BD598}" type="slidenum">
              <a:rPr lang="es-ES"/>
              <a:pPr>
                <a:defRPr/>
              </a:pPr>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a:ln/>
        </p:spPr>
        <p:txBody>
          <a:bodyPr/>
          <a:lstStyle>
            <a:lvl1pPr>
              <a:defRPr/>
            </a:lvl1pPr>
          </a:lstStyle>
          <a:p>
            <a:pPr>
              <a:defRPr/>
            </a:pPr>
            <a:fld id="{D80F6B55-6C2F-4CC0-81E5-CE46F32D9A0E}" type="datetimeFigureOut">
              <a:rPr lang="es-ES"/>
              <a:pPr>
                <a:defRPr/>
              </a:pPr>
              <a:t>24/11/2017</a:t>
            </a:fld>
            <a:endParaRPr lang="es-ES"/>
          </a:p>
        </p:txBody>
      </p:sp>
      <p:sp>
        <p:nvSpPr>
          <p:cNvPr id="3" name="Rectangle 9"/>
          <p:cNvSpPr>
            <a:spLocks noGrp="1" noChangeArrowheads="1"/>
          </p:cNvSpPr>
          <p:nvPr>
            <p:ph type="ftr" sz="quarter" idx="11"/>
          </p:nvPr>
        </p:nvSpPr>
        <p:spPr>
          <a:ln/>
        </p:spPr>
        <p:txBody>
          <a:bodyPr/>
          <a:lstStyle>
            <a:lvl1pPr>
              <a:defRPr/>
            </a:lvl1pPr>
          </a:lstStyle>
          <a:p>
            <a:pPr>
              <a:defRPr/>
            </a:pPr>
            <a:endParaRPr lang="es-ES"/>
          </a:p>
        </p:txBody>
      </p:sp>
      <p:sp>
        <p:nvSpPr>
          <p:cNvPr id="4" name="Rectangle 10"/>
          <p:cNvSpPr>
            <a:spLocks noGrp="1" noChangeArrowheads="1"/>
          </p:cNvSpPr>
          <p:nvPr>
            <p:ph type="sldNum" sz="quarter" idx="12"/>
          </p:nvPr>
        </p:nvSpPr>
        <p:spPr>
          <a:ln/>
        </p:spPr>
        <p:txBody>
          <a:bodyPr/>
          <a:lstStyle>
            <a:lvl1pPr>
              <a:defRPr/>
            </a:lvl1pPr>
          </a:lstStyle>
          <a:p>
            <a:pPr>
              <a:defRPr/>
            </a:pPr>
            <a:fld id="{2CAAA4B2-E59E-498E-AA9C-3EE06005FBFC}" type="slidenum">
              <a:rPr lang="es-ES"/>
              <a:pPr>
                <a:defRPr/>
              </a:pPr>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E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Rectangle 8"/>
          <p:cNvSpPr>
            <a:spLocks noGrp="1" noChangeArrowheads="1"/>
          </p:cNvSpPr>
          <p:nvPr>
            <p:ph type="dt" sz="half" idx="10"/>
          </p:nvPr>
        </p:nvSpPr>
        <p:spPr>
          <a:ln/>
        </p:spPr>
        <p:txBody>
          <a:bodyPr/>
          <a:lstStyle>
            <a:lvl1pPr>
              <a:defRPr/>
            </a:lvl1pPr>
          </a:lstStyle>
          <a:p>
            <a:pPr>
              <a:defRPr/>
            </a:pPr>
            <a:fld id="{ED323C65-A3BD-4283-A6A1-F4F33B316524}" type="datetimeFigureOut">
              <a:rPr lang="es-ES"/>
              <a:pPr>
                <a:defRPr/>
              </a:pPr>
              <a:t>24/11/2017</a:t>
            </a:fld>
            <a:endParaRPr lang="es-ES"/>
          </a:p>
        </p:txBody>
      </p:sp>
      <p:sp>
        <p:nvSpPr>
          <p:cNvPr id="6" name="Rectangle 9"/>
          <p:cNvSpPr>
            <a:spLocks noGrp="1" noChangeArrowheads="1"/>
          </p:cNvSpPr>
          <p:nvPr>
            <p:ph type="ftr" sz="quarter" idx="11"/>
          </p:nvPr>
        </p:nvSpPr>
        <p:spPr>
          <a:ln/>
        </p:spPr>
        <p:txBody>
          <a:bodyPr/>
          <a:lstStyle>
            <a:lvl1pPr>
              <a:defRPr/>
            </a:lvl1pPr>
          </a:lstStyle>
          <a:p>
            <a:pPr>
              <a:defRPr/>
            </a:pPr>
            <a:endParaRPr lang="es-ES"/>
          </a:p>
        </p:txBody>
      </p:sp>
      <p:sp>
        <p:nvSpPr>
          <p:cNvPr id="7" name="Rectangle 10"/>
          <p:cNvSpPr>
            <a:spLocks noGrp="1" noChangeArrowheads="1"/>
          </p:cNvSpPr>
          <p:nvPr>
            <p:ph type="sldNum" sz="quarter" idx="12"/>
          </p:nvPr>
        </p:nvSpPr>
        <p:spPr>
          <a:ln/>
        </p:spPr>
        <p:txBody>
          <a:bodyPr/>
          <a:lstStyle>
            <a:lvl1pPr>
              <a:defRPr/>
            </a:lvl1pPr>
          </a:lstStyle>
          <a:p>
            <a:pPr>
              <a:defRPr/>
            </a:pPr>
            <a:fld id="{8AF4D51A-4450-42FB-BE24-4002B8EFE2DA}" type="slidenum">
              <a:rPr lang="es-ES"/>
              <a:pPr>
                <a:defRPr/>
              </a:pPr>
              <a:t>‹Nº›</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E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 noProof="0" smtClean="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Rectangle 8"/>
          <p:cNvSpPr>
            <a:spLocks noGrp="1" noChangeArrowheads="1"/>
          </p:cNvSpPr>
          <p:nvPr>
            <p:ph type="dt" sz="half" idx="10"/>
          </p:nvPr>
        </p:nvSpPr>
        <p:spPr>
          <a:ln/>
        </p:spPr>
        <p:txBody>
          <a:bodyPr/>
          <a:lstStyle>
            <a:lvl1pPr>
              <a:defRPr/>
            </a:lvl1pPr>
          </a:lstStyle>
          <a:p>
            <a:pPr>
              <a:defRPr/>
            </a:pPr>
            <a:fld id="{E22F7169-E87A-434C-8BC6-5C5585CE7DDD}" type="datetimeFigureOut">
              <a:rPr lang="es-ES"/>
              <a:pPr>
                <a:defRPr/>
              </a:pPr>
              <a:t>24/11/2017</a:t>
            </a:fld>
            <a:endParaRPr lang="es-ES"/>
          </a:p>
        </p:txBody>
      </p:sp>
      <p:sp>
        <p:nvSpPr>
          <p:cNvPr id="6" name="Rectangle 9"/>
          <p:cNvSpPr>
            <a:spLocks noGrp="1" noChangeArrowheads="1"/>
          </p:cNvSpPr>
          <p:nvPr>
            <p:ph type="ftr" sz="quarter" idx="11"/>
          </p:nvPr>
        </p:nvSpPr>
        <p:spPr>
          <a:ln/>
        </p:spPr>
        <p:txBody>
          <a:bodyPr/>
          <a:lstStyle>
            <a:lvl1pPr>
              <a:defRPr/>
            </a:lvl1pPr>
          </a:lstStyle>
          <a:p>
            <a:pPr>
              <a:defRPr/>
            </a:pPr>
            <a:endParaRPr lang="es-ES"/>
          </a:p>
        </p:txBody>
      </p:sp>
      <p:sp>
        <p:nvSpPr>
          <p:cNvPr id="7" name="Rectangle 10"/>
          <p:cNvSpPr>
            <a:spLocks noGrp="1" noChangeArrowheads="1"/>
          </p:cNvSpPr>
          <p:nvPr>
            <p:ph type="sldNum" sz="quarter" idx="12"/>
          </p:nvPr>
        </p:nvSpPr>
        <p:spPr>
          <a:ln/>
        </p:spPr>
        <p:txBody>
          <a:bodyPr/>
          <a:lstStyle>
            <a:lvl1pPr>
              <a:defRPr/>
            </a:lvl1pPr>
          </a:lstStyle>
          <a:p>
            <a:pPr>
              <a:defRPr/>
            </a:pPr>
            <a:fld id="{20AE7A18-B431-4008-8EEE-49F28F22E554}" type="slidenum">
              <a:rPr lang="es-ES"/>
              <a:pPr>
                <a:defRPr/>
              </a:pPr>
              <a:t>‹Nº›</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Rectangle 8"/>
          <p:cNvSpPr>
            <a:spLocks noGrp="1" noChangeArrowheads="1"/>
          </p:cNvSpPr>
          <p:nvPr>
            <p:ph type="dt" sz="half" idx="10"/>
          </p:nvPr>
        </p:nvSpPr>
        <p:spPr>
          <a:ln/>
        </p:spPr>
        <p:txBody>
          <a:bodyPr/>
          <a:lstStyle>
            <a:lvl1pPr>
              <a:defRPr/>
            </a:lvl1pPr>
          </a:lstStyle>
          <a:p>
            <a:pPr>
              <a:defRPr/>
            </a:pPr>
            <a:fld id="{742DA42A-BF9B-4F02-8680-C71126BDB69C}" type="datetimeFigureOut">
              <a:rPr lang="es-ES"/>
              <a:pPr>
                <a:defRPr/>
              </a:pPr>
              <a:t>24/11/2017</a:t>
            </a:fld>
            <a:endParaRPr lang="es-ES"/>
          </a:p>
        </p:txBody>
      </p:sp>
      <p:sp>
        <p:nvSpPr>
          <p:cNvPr id="5" name="Rectangle 9"/>
          <p:cNvSpPr>
            <a:spLocks noGrp="1" noChangeArrowheads="1"/>
          </p:cNvSpPr>
          <p:nvPr>
            <p:ph type="ftr" sz="quarter" idx="11"/>
          </p:nvPr>
        </p:nvSpPr>
        <p:spPr>
          <a:ln/>
        </p:spPr>
        <p:txBody>
          <a:bodyPr/>
          <a:lstStyle>
            <a:lvl1pPr>
              <a:defRPr/>
            </a:lvl1pPr>
          </a:lstStyle>
          <a:p>
            <a:pPr>
              <a:defRPr/>
            </a:pPr>
            <a:endParaRPr lang="es-ES"/>
          </a:p>
        </p:txBody>
      </p:sp>
      <p:sp>
        <p:nvSpPr>
          <p:cNvPr id="6" name="Rectangle 10"/>
          <p:cNvSpPr>
            <a:spLocks noGrp="1" noChangeArrowheads="1"/>
          </p:cNvSpPr>
          <p:nvPr>
            <p:ph type="sldNum" sz="quarter" idx="12"/>
          </p:nvPr>
        </p:nvSpPr>
        <p:spPr>
          <a:ln/>
        </p:spPr>
        <p:txBody>
          <a:bodyPr/>
          <a:lstStyle>
            <a:lvl1pPr>
              <a:defRPr/>
            </a:lvl1pPr>
          </a:lstStyle>
          <a:p>
            <a:pPr>
              <a:defRPr/>
            </a:pPr>
            <a:fld id="{F8058B37-F132-40EE-9294-C1395DA135CA}" type="slidenum">
              <a:rPr lang="es-ES"/>
              <a:pPr>
                <a:defRPr/>
              </a:pPr>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450013" y="228600"/>
            <a:ext cx="2084387" cy="5791200"/>
          </a:xfrm>
        </p:spPr>
        <p:txBody>
          <a:bodyPr vert="eaVert"/>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a:xfrm>
            <a:off x="195263" y="228600"/>
            <a:ext cx="6102350" cy="5791200"/>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Rectangle 8"/>
          <p:cNvSpPr>
            <a:spLocks noGrp="1" noChangeArrowheads="1"/>
          </p:cNvSpPr>
          <p:nvPr>
            <p:ph type="dt" sz="half" idx="10"/>
          </p:nvPr>
        </p:nvSpPr>
        <p:spPr>
          <a:ln/>
        </p:spPr>
        <p:txBody>
          <a:bodyPr/>
          <a:lstStyle>
            <a:lvl1pPr>
              <a:defRPr/>
            </a:lvl1pPr>
          </a:lstStyle>
          <a:p>
            <a:pPr>
              <a:defRPr/>
            </a:pPr>
            <a:fld id="{B31E2852-62B6-465E-8B22-2D5A57FBD673}" type="datetimeFigureOut">
              <a:rPr lang="es-ES"/>
              <a:pPr>
                <a:defRPr/>
              </a:pPr>
              <a:t>24/11/2017</a:t>
            </a:fld>
            <a:endParaRPr lang="es-ES"/>
          </a:p>
        </p:txBody>
      </p:sp>
      <p:sp>
        <p:nvSpPr>
          <p:cNvPr id="5" name="Rectangle 9"/>
          <p:cNvSpPr>
            <a:spLocks noGrp="1" noChangeArrowheads="1"/>
          </p:cNvSpPr>
          <p:nvPr>
            <p:ph type="ftr" sz="quarter" idx="11"/>
          </p:nvPr>
        </p:nvSpPr>
        <p:spPr>
          <a:ln/>
        </p:spPr>
        <p:txBody>
          <a:bodyPr/>
          <a:lstStyle>
            <a:lvl1pPr>
              <a:defRPr/>
            </a:lvl1pPr>
          </a:lstStyle>
          <a:p>
            <a:pPr>
              <a:defRPr/>
            </a:pPr>
            <a:endParaRPr lang="es-ES"/>
          </a:p>
        </p:txBody>
      </p:sp>
      <p:sp>
        <p:nvSpPr>
          <p:cNvPr id="6" name="Rectangle 10"/>
          <p:cNvSpPr>
            <a:spLocks noGrp="1" noChangeArrowheads="1"/>
          </p:cNvSpPr>
          <p:nvPr>
            <p:ph type="sldNum" sz="quarter" idx="12"/>
          </p:nvPr>
        </p:nvSpPr>
        <p:spPr>
          <a:ln/>
        </p:spPr>
        <p:txBody>
          <a:bodyPr/>
          <a:lstStyle>
            <a:lvl1pPr>
              <a:defRPr/>
            </a:lvl1pPr>
          </a:lstStyle>
          <a:p>
            <a:pPr>
              <a:defRPr/>
            </a:pPr>
            <a:fld id="{C136BBBC-29D7-4198-9953-D62D3D74D968}" type="slidenum">
              <a:rPr lang="es-ES"/>
              <a:pPr>
                <a:defRPr/>
              </a:pPr>
              <a:t>‹Nº›</a:t>
            </a:fld>
            <a:endParaRPr lang="es-E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ítulo, text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195263" y="228600"/>
            <a:ext cx="8015287" cy="914400"/>
          </a:xfrm>
        </p:spPr>
        <p:txBody>
          <a:bodyPr/>
          <a:lstStyle/>
          <a:p>
            <a:r>
              <a:rPr lang="es-ES" smtClean="0"/>
              <a:t>Haga clic para modificar el estilo de título del patrón</a:t>
            </a:r>
            <a:endParaRPr lang="es-ES"/>
          </a:p>
        </p:txBody>
      </p:sp>
      <p:sp>
        <p:nvSpPr>
          <p:cNvPr id="3" name="2 Marcador de texto"/>
          <p:cNvSpPr>
            <a:spLocks noGrp="1"/>
          </p:cNvSpPr>
          <p:nvPr>
            <p:ph type="body" sz="half" idx="1"/>
          </p:nvPr>
        </p:nvSpPr>
        <p:spPr>
          <a:xfrm>
            <a:off x="609600" y="1600200"/>
            <a:ext cx="3886200" cy="4419600"/>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4648200" y="1600200"/>
            <a:ext cx="3886200" cy="4419600"/>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Rectangle 8"/>
          <p:cNvSpPr>
            <a:spLocks noGrp="1" noChangeArrowheads="1"/>
          </p:cNvSpPr>
          <p:nvPr>
            <p:ph type="dt" sz="half" idx="10"/>
          </p:nvPr>
        </p:nvSpPr>
        <p:spPr>
          <a:ln/>
        </p:spPr>
        <p:txBody>
          <a:bodyPr/>
          <a:lstStyle>
            <a:lvl1pPr>
              <a:defRPr/>
            </a:lvl1pPr>
          </a:lstStyle>
          <a:p>
            <a:pPr>
              <a:defRPr/>
            </a:pPr>
            <a:fld id="{BB4E7999-601D-449B-8926-E9579EF541A1}" type="datetimeFigureOut">
              <a:rPr lang="es-ES"/>
              <a:pPr>
                <a:defRPr/>
              </a:pPr>
              <a:t>24/11/2017</a:t>
            </a:fld>
            <a:endParaRPr lang="es-ES"/>
          </a:p>
        </p:txBody>
      </p:sp>
      <p:sp>
        <p:nvSpPr>
          <p:cNvPr id="6" name="Rectangle 9"/>
          <p:cNvSpPr>
            <a:spLocks noGrp="1" noChangeArrowheads="1"/>
          </p:cNvSpPr>
          <p:nvPr>
            <p:ph type="ftr" sz="quarter" idx="11"/>
          </p:nvPr>
        </p:nvSpPr>
        <p:spPr>
          <a:ln/>
        </p:spPr>
        <p:txBody>
          <a:bodyPr/>
          <a:lstStyle>
            <a:lvl1pPr>
              <a:defRPr/>
            </a:lvl1pPr>
          </a:lstStyle>
          <a:p>
            <a:pPr>
              <a:defRPr/>
            </a:pPr>
            <a:endParaRPr lang="es-ES"/>
          </a:p>
        </p:txBody>
      </p:sp>
      <p:sp>
        <p:nvSpPr>
          <p:cNvPr id="7" name="Rectangle 10"/>
          <p:cNvSpPr>
            <a:spLocks noGrp="1" noChangeArrowheads="1"/>
          </p:cNvSpPr>
          <p:nvPr>
            <p:ph type="sldNum" sz="quarter" idx="12"/>
          </p:nvPr>
        </p:nvSpPr>
        <p:spPr>
          <a:ln/>
        </p:spPr>
        <p:txBody>
          <a:bodyPr/>
          <a:lstStyle>
            <a:lvl1pPr>
              <a:defRPr/>
            </a:lvl1pPr>
          </a:lstStyle>
          <a:p>
            <a:pPr>
              <a:defRPr/>
            </a:pPr>
            <a:fld id="{A74D1FE7-89D8-4C83-B3A1-BC3D908FE712}" type="slidenum">
              <a:rPr lang="es-ES"/>
              <a:pPr>
                <a:defRPr/>
              </a:pPr>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0" y="152400"/>
            <a:ext cx="8686800" cy="6096000"/>
            <a:chOff x="0" y="96"/>
            <a:chExt cx="5472" cy="3840"/>
          </a:xfrm>
        </p:grpSpPr>
        <p:sp>
          <p:nvSpPr>
            <p:cNvPr id="44035" name="AutoShape 3"/>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p:spPr>
          <p:txBody>
            <a:bodyPr wrap="none" anchor="ctr"/>
            <a:lstStyle/>
            <a:p>
              <a:pPr algn="ctr">
                <a:defRPr/>
              </a:pPr>
              <a:endParaRPr lang="es-ES" sz="2400">
                <a:latin typeface="Times New Roman" pitchFamily="18" charset="0"/>
              </a:endParaRPr>
            </a:p>
          </p:txBody>
        </p:sp>
        <p:sp>
          <p:nvSpPr>
            <p:cNvPr id="44036" name="AutoShape 4"/>
            <p:cNvSpPr>
              <a:spLocks noChangeArrowheads="1"/>
            </p:cNvSpPr>
            <p:nvPr/>
          </p:nvSpPr>
          <p:spPr bwMode="blackWhite">
            <a:xfrm>
              <a:off x="0" y="96"/>
              <a:ext cx="5376" cy="768"/>
            </a:xfrm>
            <a:custGeom>
              <a:avLst/>
              <a:gdLst>
                <a:gd name="G0" fmla="+- 1000 0 0"/>
                <a:gd name="G1" fmla="+- 1000 0 0"/>
                <a:gd name="G2" fmla="+- G0 0 G1"/>
                <a:gd name="G3" fmla="*/ G1 1 2"/>
                <a:gd name="G4" fmla="+- G0 0 G3"/>
                <a:gd name="T0" fmla="*/ 0 w 1000"/>
                <a:gd name="T1" fmla="*/ 0 h 1000"/>
                <a:gd name="T2" fmla="*/ G4 w 1000"/>
                <a:gd name="T3" fmla="*/ G1 h 1000"/>
              </a:gdLst>
              <a:ahLst/>
              <a:cxnLst>
                <a:cxn ang="0">
                  <a:pos x="0" y="0"/>
                </a:cxn>
                <a:cxn ang="0">
                  <a:pos x="6499" y="0"/>
                </a:cxn>
                <a:cxn ang="0">
                  <a:pos x="7000" y="500"/>
                </a:cxn>
                <a:cxn ang="0">
                  <a:pos x="6500" y="1000"/>
                </a:cxn>
                <a:cxn ang="0">
                  <a:pos x="0" y="1000"/>
                </a:cxn>
              </a:cxnLst>
              <a:rect l="T0" t="T1" r="T2" b="T3"/>
              <a:pathLst>
                <a:path w="7000" h="1000">
                  <a:moveTo>
                    <a:pt x="0" y="0"/>
                  </a:moveTo>
                  <a:lnTo>
                    <a:pt x="6499" y="0"/>
                  </a:lnTo>
                  <a:cubicBezTo>
                    <a:pt x="6776" y="0"/>
                    <a:pt x="7000" y="223"/>
                    <a:pt x="7000" y="500"/>
                  </a:cubicBezTo>
                  <a:cubicBezTo>
                    <a:pt x="7000" y="776"/>
                    <a:pt x="6776" y="999"/>
                    <a:pt x="6500" y="1000"/>
                  </a:cubicBezTo>
                  <a:lnTo>
                    <a:pt x="0" y="1000"/>
                  </a:lnTo>
                  <a:close/>
                </a:path>
              </a:pathLst>
            </a:custGeom>
            <a:solidFill>
              <a:schemeClr val="folHlink"/>
            </a:solidFill>
            <a:ln w="9525">
              <a:noFill/>
              <a:miter lim="800000"/>
              <a:headEnd/>
              <a:tailEnd/>
            </a:ln>
          </p:spPr>
          <p:txBody>
            <a:bodyPr/>
            <a:lstStyle/>
            <a:p>
              <a:pPr>
                <a:defRPr/>
              </a:pPr>
              <a:endParaRPr lang="es-ES" sz="2400">
                <a:latin typeface="Times New Roman" pitchFamily="18" charset="0"/>
              </a:endParaRPr>
            </a:p>
          </p:txBody>
        </p:sp>
        <p:sp>
          <p:nvSpPr>
            <p:cNvPr id="44037" name="Line 5"/>
            <p:cNvSpPr>
              <a:spLocks noChangeShapeType="1"/>
            </p:cNvSpPr>
            <p:nvPr/>
          </p:nvSpPr>
          <p:spPr bwMode="auto">
            <a:xfrm>
              <a:off x="0" y="768"/>
              <a:ext cx="5088" cy="0"/>
            </a:xfrm>
            <a:prstGeom prst="line">
              <a:avLst/>
            </a:prstGeom>
            <a:noFill/>
            <a:ln w="38100">
              <a:solidFill>
                <a:schemeClr val="bg1"/>
              </a:solidFill>
              <a:round/>
              <a:headEnd/>
              <a:tailEnd/>
            </a:ln>
            <a:effectLst/>
          </p:spPr>
          <p:txBody>
            <a:bodyPr/>
            <a:lstStyle/>
            <a:p>
              <a:pPr>
                <a:defRPr/>
              </a:pPr>
              <a:endParaRPr lang="es-ES"/>
            </a:p>
          </p:txBody>
        </p:sp>
      </p:grpSp>
      <p:sp>
        <p:nvSpPr>
          <p:cNvPr id="1027" name="Rectangle 6"/>
          <p:cNvSpPr>
            <a:spLocks noGrp="1" noChangeArrowheads="1"/>
          </p:cNvSpPr>
          <p:nvPr>
            <p:ph type="title"/>
          </p:nvPr>
        </p:nvSpPr>
        <p:spPr bwMode="auto">
          <a:xfrm>
            <a:off x="195263" y="228600"/>
            <a:ext cx="8015287" cy="9144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s-ES" smtClean="0"/>
              <a:t>Haga clic para cambiar el estilo de título	</a:t>
            </a:r>
          </a:p>
        </p:txBody>
      </p:sp>
      <p:sp>
        <p:nvSpPr>
          <p:cNvPr id="1028" name="Rectangle 7"/>
          <p:cNvSpPr>
            <a:spLocks noGrp="1" noChangeArrowheads="1"/>
          </p:cNvSpPr>
          <p:nvPr>
            <p:ph type="body" idx="1"/>
          </p:nvPr>
        </p:nvSpPr>
        <p:spPr bwMode="auto">
          <a:xfrm>
            <a:off x="609600" y="1600200"/>
            <a:ext cx="7924800" cy="4419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p>
        </p:txBody>
      </p:sp>
      <p:sp>
        <p:nvSpPr>
          <p:cNvPr id="44040" name="Rectangle 8"/>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fld id="{C8002026-8840-443E-B58F-C26BBE7C4FF5}" type="datetimeFigureOut">
              <a:rPr lang="es-ES"/>
              <a:pPr>
                <a:defRPr/>
              </a:pPr>
              <a:t>24/11/2017</a:t>
            </a:fld>
            <a:endParaRPr lang="es-ES"/>
          </a:p>
        </p:txBody>
      </p:sp>
      <p:sp>
        <p:nvSpPr>
          <p:cNvPr id="44041" name="Rectangle 9"/>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lvl1pPr>
          </a:lstStyle>
          <a:p>
            <a:pPr>
              <a:defRPr/>
            </a:pPr>
            <a:endParaRPr lang="es-ES"/>
          </a:p>
        </p:txBody>
      </p:sp>
      <p:sp>
        <p:nvSpPr>
          <p:cNvPr id="44042" name="Rectangle 10"/>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Black" pitchFamily="34" charset="0"/>
              </a:defRPr>
            </a:lvl1pPr>
          </a:lstStyle>
          <a:p>
            <a:pPr>
              <a:defRPr/>
            </a:pPr>
            <a:fld id="{55BA019D-C8F0-477A-86DF-E4EA6E98AD8F}" type="slidenum">
              <a:rPr lang="es-ES"/>
              <a:pPr>
                <a:defRPr/>
              </a:pPr>
              <a:t>‹Nº›</a:t>
            </a:fld>
            <a:endParaRPr lang="es-ES"/>
          </a:p>
        </p:txBody>
      </p:sp>
    </p:spTree>
  </p:cSld>
  <p:clrMap bg1="lt1" tx1="dk1" bg2="lt2" tx2="dk2" accent1="accent1" accent2="accent2" accent3="accent3" accent4="accent4" accent5="accent5" accent6="accent6" hlink="hlink" folHlink="folHlink"/>
  <p:sldLayoutIdLst>
    <p:sldLayoutId id="2147483668" r:id="rId1"/>
    <p:sldLayoutId id="2147483667" r:id="rId2"/>
    <p:sldLayoutId id="2147483666" r:id="rId3"/>
    <p:sldLayoutId id="2147483665" r:id="rId4"/>
    <p:sldLayoutId id="2147483664" r:id="rId5"/>
    <p:sldLayoutId id="2147483663" r:id="rId6"/>
    <p:sldLayoutId id="2147483662" r:id="rId7"/>
    <p:sldLayoutId id="2147483661" r:id="rId8"/>
    <p:sldLayoutId id="2147483660" r:id="rId9"/>
    <p:sldLayoutId id="2147483659" r:id="rId10"/>
    <p:sldLayoutId id="2147483658" r:id="rId11"/>
    <p:sldLayoutId id="2147483657" r:id="rId12"/>
  </p:sldLayoutIdLst>
  <p:timing>
    <p:tnLst>
      <p:par>
        <p:cTn id="1" dur="indefinite" restart="never" nodeType="tmRoot"/>
      </p:par>
    </p:tnLst>
  </p:timing>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Arial" charset="0"/>
        </a:defRPr>
      </a:lvl2pPr>
      <a:lvl3pPr algn="l" rtl="0" eaLnBrk="0" fontAlgn="base" hangingPunct="0">
        <a:spcBef>
          <a:spcPct val="0"/>
        </a:spcBef>
        <a:spcAft>
          <a:spcPct val="0"/>
        </a:spcAft>
        <a:defRPr sz="4200">
          <a:solidFill>
            <a:schemeClr val="tx2"/>
          </a:solidFill>
          <a:latin typeface="Arial" charset="0"/>
        </a:defRPr>
      </a:lvl3pPr>
      <a:lvl4pPr algn="l" rtl="0" eaLnBrk="0" fontAlgn="base" hangingPunct="0">
        <a:spcBef>
          <a:spcPct val="0"/>
        </a:spcBef>
        <a:spcAft>
          <a:spcPct val="0"/>
        </a:spcAft>
        <a:defRPr sz="4200">
          <a:solidFill>
            <a:schemeClr val="tx2"/>
          </a:solidFill>
          <a:latin typeface="Arial" charset="0"/>
        </a:defRPr>
      </a:lvl4pPr>
      <a:lvl5pPr algn="l" rtl="0" eaLnBrk="0" fontAlgn="base" hangingPunct="0">
        <a:spcBef>
          <a:spcPct val="0"/>
        </a:spcBef>
        <a:spcAft>
          <a:spcPct val="0"/>
        </a:spcAft>
        <a:defRPr sz="4200">
          <a:solidFill>
            <a:schemeClr val="tx2"/>
          </a:solidFill>
          <a:latin typeface="Arial" charset="0"/>
        </a:defRPr>
      </a:lvl5pPr>
      <a:lvl6pPr marL="457200" algn="l" rtl="0" fontAlgn="base">
        <a:spcBef>
          <a:spcPct val="0"/>
        </a:spcBef>
        <a:spcAft>
          <a:spcPct val="0"/>
        </a:spcAft>
        <a:defRPr sz="4200">
          <a:solidFill>
            <a:schemeClr val="tx2"/>
          </a:solidFill>
          <a:latin typeface="Arial" charset="0"/>
        </a:defRPr>
      </a:lvl6pPr>
      <a:lvl7pPr marL="914400" algn="l" rtl="0" fontAlgn="base">
        <a:spcBef>
          <a:spcPct val="0"/>
        </a:spcBef>
        <a:spcAft>
          <a:spcPct val="0"/>
        </a:spcAft>
        <a:defRPr sz="4200">
          <a:solidFill>
            <a:schemeClr val="tx2"/>
          </a:solidFill>
          <a:latin typeface="Arial" charset="0"/>
        </a:defRPr>
      </a:lvl7pPr>
      <a:lvl8pPr marL="1371600" algn="l" rtl="0" fontAlgn="base">
        <a:spcBef>
          <a:spcPct val="0"/>
        </a:spcBef>
        <a:spcAft>
          <a:spcPct val="0"/>
        </a:spcAft>
        <a:defRPr sz="4200">
          <a:solidFill>
            <a:schemeClr val="tx2"/>
          </a:solidFill>
          <a:latin typeface="Arial" charset="0"/>
        </a:defRPr>
      </a:lvl8pPr>
      <a:lvl9pPr marL="1828800" algn="l" rtl="0" fontAlgn="base">
        <a:spcBef>
          <a:spcPct val="0"/>
        </a:spcBef>
        <a:spcAft>
          <a:spcPct val="0"/>
        </a:spcAft>
        <a:defRPr sz="4200">
          <a:solidFill>
            <a:schemeClr val="tx2"/>
          </a:solidFill>
          <a:latin typeface="Arial" charset="0"/>
        </a:defRPr>
      </a:lvl9pPr>
    </p:titleStyle>
    <p:bodyStyle>
      <a:lvl1pPr marL="342900" indent="-342900" algn="l" rtl="0" eaLnBrk="0" fontAlgn="base" hangingPunct="0">
        <a:spcBef>
          <a:spcPct val="20000"/>
        </a:spcBef>
        <a:spcAft>
          <a:spcPct val="0"/>
        </a:spcAft>
        <a:buClr>
          <a:schemeClr val="hlink"/>
        </a:buClr>
        <a:buSzPct val="80000"/>
        <a:buFont typeface="Wingdings" pitchFamily="2" charset="2"/>
        <a:buChar char="l"/>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70000"/>
        <a:buFont typeface="Wingdings" pitchFamily="2" charset="2"/>
        <a:buChar char="l"/>
        <a:defRPr sz="2800">
          <a:solidFill>
            <a:schemeClr val="tx1"/>
          </a:solidFill>
          <a:latin typeface="+mn-lt"/>
        </a:defRPr>
      </a:lvl2pPr>
      <a:lvl3pPr marL="1143000" indent="-228600" algn="l" rtl="0" eaLnBrk="0" fontAlgn="base" hangingPunct="0">
        <a:spcBef>
          <a:spcPct val="20000"/>
        </a:spcBef>
        <a:spcAft>
          <a:spcPct val="0"/>
        </a:spcAft>
        <a:buClr>
          <a:schemeClr val="bg2"/>
        </a:buClr>
        <a:buSzPct val="65000"/>
        <a:buFont typeface="Wingdings" pitchFamily="2" charset="2"/>
        <a:buChar char="l"/>
        <a:defRPr sz="2400">
          <a:solidFill>
            <a:schemeClr val="tx1"/>
          </a:solidFill>
          <a:latin typeface="+mn-lt"/>
        </a:defRPr>
      </a:lvl3pPr>
      <a:lvl4pPr marL="1600200" indent="-228600" algn="l" rtl="0" eaLnBrk="0" fontAlgn="base" hangingPunct="0">
        <a:spcBef>
          <a:spcPct val="20000"/>
        </a:spcBef>
        <a:spcAft>
          <a:spcPct val="0"/>
        </a:spcAft>
        <a:buClr>
          <a:schemeClr val="hlink"/>
        </a:buClr>
        <a:buSzPct val="60000"/>
        <a:buFont typeface="Wingdings" pitchFamily="2" charset="2"/>
        <a:buChar char="l"/>
        <a:defRPr sz="2000">
          <a:solidFill>
            <a:schemeClr val="tx1"/>
          </a:solidFill>
          <a:latin typeface="+mn-lt"/>
        </a:defRPr>
      </a:lvl4pPr>
      <a:lvl5pPr marL="2057400" indent="-228600" algn="l" rtl="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mn-lt"/>
        </a:defRPr>
      </a:lvl5pPr>
      <a:lvl6pPr marL="2514600" indent="-228600" algn="l" rtl="0" fontAlgn="base">
        <a:spcBef>
          <a:spcPct val="20000"/>
        </a:spcBef>
        <a:spcAft>
          <a:spcPct val="0"/>
        </a:spcAft>
        <a:buClr>
          <a:schemeClr val="bg2"/>
        </a:buClr>
        <a:buSzPct val="40000"/>
        <a:buFont typeface="Wingdings" pitchFamily="2" charset="2"/>
        <a:buChar char="l"/>
        <a:defRPr sz="2000">
          <a:solidFill>
            <a:schemeClr val="tx1"/>
          </a:solidFill>
          <a:latin typeface="+mn-lt"/>
        </a:defRPr>
      </a:lvl6pPr>
      <a:lvl7pPr marL="2971800" indent="-228600" algn="l" rtl="0" fontAlgn="base">
        <a:spcBef>
          <a:spcPct val="20000"/>
        </a:spcBef>
        <a:spcAft>
          <a:spcPct val="0"/>
        </a:spcAft>
        <a:buClr>
          <a:schemeClr val="bg2"/>
        </a:buClr>
        <a:buSzPct val="40000"/>
        <a:buFont typeface="Wingdings" pitchFamily="2" charset="2"/>
        <a:buChar char="l"/>
        <a:defRPr sz="2000">
          <a:solidFill>
            <a:schemeClr val="tx1"/>
          </a:solidFill>
          <a:latin typeface="+mn-lt"/>
        </a:defRPr>
      </a:lvl7pPr>
      <a:lvl8pPr marL="3429000" indent="-228600" algn="l" rtl="0" fontAlgn="base">
        <a:spcBef>
          <a:spcPct val="20000"/>
        </a:spcBef>
        <a:spcAft>
          <a:spcPct val="0"/>
        </a:spcAft>
        <a:buClr>
          <a:schemeClr val="bg2"/>
        </a:buClr>
        <a:buSzPct val="40000"/>
        <a:buFont typeface="Wingdings" pitchFamily="2" charset="2"/>
        <a:buChar char="l"/>
        <a:defRPr sz="2000">
          <a:solidFill>
            <a:schemeClr val="tx1"/>
          </a:solidFill>
          <a:latin typeface="+mn-lt"/>
        </a:defRPr>
      </a:lvl8pPr>
      <a:lvl9pPr marL="3886200" indent="-228600" algn="l" rtl="0" fontAlgn="base">
        <a:spcBef>
          <a:spcPct val="20000"/>
        </a:spcBef>
        <a:spcAft>
          <a:spcPct val="0"/>
        </a:spcAft>
        <a:buClr>
          <a:schemeClr val="bg2"/>
        </a:buClr>
        <a:buSzPct val="40000"/>
        <a:buFont typeface="Wingdings" pitchFamily="2" charset="2"/>
        <a:buChar char="l"/>
        <a:defRPr sz="2000">
          <a:solidFill>
            <a:schemeClr val="tx1"/>
          </a:solidFill>
          <a:latin typeface="+mn-lt"/>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1 Título"/>
          <p:cNvSpPr>
            <a:spLocks noGrp="1"/>
          </p:cNvSpPr>
          <p:nvPr>
            <p:ph type="ctrTitle" idx="4294967295"/>
          </p:nvPr>
        </p:nvSpPr>
        <p:spPr>
          <a:xfrm>
            <a:off x="685800" y="2130425"/>
            <a:ext cx="7772400" cy="1470025"/>
          </a:xfrm>
        </p:spPr>
        <p:txBody>
          <a:bodyPr/>
          <a:lstStyle/>
          <a:p>
            <a:pPr algn="ctr" eaLnBrk="1" hangingPunct="1"/>
            <a:r>
              <a:rPr lang="es-ES_tradnl" sz="4600" smtClean="0">
                <a:solidFill>
                  <a:schemeClr val="tx1"/>
                </a:solidFill>
              </a:rPr>
              <a:t>TEMA 5 – Parte 2:</a:t>
            </a:r>
            <a:endParaRPr lang="es-ES" sz="4600" smtClean="0">
              <a:solidFill>
                <a:schemeClr val="tx1"/>
              </a:solidFill>
            </a:endParaRPr>
          </a:p>
        </p:txBody>
      </p:sp>
      <p:sp>
        <p:nvSpPr>
          <p:cNvPr id="14338" name="2 Subtítulo"/>
          <p:cNvSpPr>
            <a:spLocks noGrp="1"/>
          </p:cNvSpPr>
          <p:nvPr>
            <p:ph type="subTitle" idx="4294967295"/>
          </p:nvPr>
        </p:nvSpPr>
        <p:spPr>
          <a:xfrm>
            <a:off x="1192213" y="3832225"/>
            <a:ext cx="7121525" cy="1709738"/>
          </a:xfrm>
        </p:spPr>
        <p:txBody>
          <a:bodyPr/>
          <a:lstStyle/>
          <a:p>
            <a:pPr marL="0" indent="0" algn="ctr" eaLnBrk="1" hangingPunct="1">
              <a:buFont typeface="Wingdings" pitchFamily="2" charset="2"/>
              <a:buNone/>
            </a:pPr>
            <a:r>
              <a:rPr lang="es-ES_tradnl" smtClean="0">
                <a:solidFill>
                  <a:srgbClr val="898989"/>
                </a:solidFill>
              </a:rPr>
              <a:t>UTILIDADES DE ADMINISTRACIÓN EN REDES WINDOWS CON ACTIVE DIRECTORY</a:t>
            </a:r>
            <a:endParaRPr lang="es-ES" smtClean="0">
              <a:solidFill>
                <a:srgbClr val="898989"/>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1 Título"/>
          <p:cNvSpPr>
            <a:spLocks noGrp="1"/>
          </p:cNvSpPr>
          <p:nvPr>
            <p:ph type="title"/>
          </p:nvPr>
        </p:nvSpPr>
        <p:spPr>
          <a:xfrm>
            <a:off x="195263" y="228600"/>
            <a:ext cx="8769350" cy="914400"/>
          </a:xfrm>
        </p:spPr>
        <p:txBody>
          <a:bodyPr/>
          <a:lstStyle/>
          <a:p>
            <a:pPr eaLnBrk="1" hangingPunct="1"/>
            <a:r>
              <a:rPr lang="es-ES_tradnl" sz="3800" smtClean="0"/>
              <a:t>1. GESTIÓN DE DISCOS: CUOTAS</a:t>
            </a:r>
            <a:endParaRPr lang="es-ES" sz="3800" smtClean="0"/>
          </a:p>
        </p:txBody>
      </p:sp>
      <p:sp>
        <p:nvSpPr>
          <p:cNvPr id="15362" name="Rectangle 5"/>
          <p:cNvSpPr>
            <a:spLocks noGrp="1" noChangeArrowheads="1"/>
          </p:cNvSpPr>
          <p:nvPr>
            <p:ph type="body" idx="1"/>
          </p:nvPr>
        </p:nvSpPr>
        <p:spPr>
          <a:xfrm>
            <a:off x="395288" y="1600200"/>
            <a:ext cx="8139112" cy="4637088"/>
          </a:xfrm>
        </p:spPr>
        <p:txBody>
          <a:bodyPr/>
          <a:lstStyle/>
          <a:p>
            <a:pPr eaLnBrk="1" hangingPunct="1"/>
            <a:r>
              <a:rPr lang="es-ES" sz="2800" smtClean="0"/>
              <a:t>Controlan la cantidad de espacio de disco asignado a los usuarios que comparten recursos en un servidor de archivos y permiten realizar su seguimiento.</a:t>
            </a:r>
          </a:p>
          <a:p>
            <a:pPr eaLnBrk="1" hangingPunct="1"/>
            <a:r>
              <a:rPr lang="es-ES" sz="2800" smtClean="0"/>
              <a:t>Para administrarlas, estableceremos o quitaremos límites en el espacio de disco y advertiremos a los usuarios cuando se acerquen a estos límites.</a:t>
            </a:r>
          </a:p>
          <a:p>
            <a:pPr eaLnBrk="1" hangingPunct="1"/>
            <a:r>
              <a:rPr lang="es-ES" sz="2800" smtClean="0"/>
              <a:t>Podremos denegar más espacio a los usuarios que sobrepasen los límites.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1 Título"/>
          <p:cNvSpPr>
            <a:spLocks noGrp="1"/>
          </p:cNvSpPr>
          <p:nvPr>
            <p:ph type="title"/>
          </p:nvPr>
        </p:nvSpPr>
        <p:spPr/>
        <p:txBody>
          <a:bodyPr/>
          <a:lstStyle/>
          <a:p>
            <a:pPr eaLnBrk="1" hangingPunct="1"/>
            <a:r>
              <a:rPr lang="es-ES_tradnl" sz="3800" smtClean="0"/>
              <a:t>1. GESTIÓN DE DISCOS: CUOTAS</a:t>
            </a:r>
            <a:endParaRPr lang="es-ES" sz="3800" smtClean="0"/>
          </a:p>
        </p:txBody>
      </p:sp>
      <p:sp>
        <p:nvSpPr>
          <p:cNvPr id="16386" name="Rectangle 3"/>
          <p:cNvSpPr>
            <a:spLocks noGrp="1" noChangeArrowheads="1"/>
          </p:cNvSpPr>
          <p:nvPr>
            <p:ph type="body" sz="half" idx="1"/>
          </p:nvPr>
        </p:nvSpPr>
        <p:spPr>
          <a:xfrm>
            <a:off x="395288" y="1484313"/>
            <a:ext cx="4968875" cy="4419600"/>
          </a:xfrm>
        </p:spPr>
        <p:txBody>
          <a:bodyPr/>
          <a:lstStyle/>
          <a:p>
            <a:pPr eaLnBrk="1" hangingPunct="1"/>
            <a:r>
              <a:rPr lang="es-ES" sz="2800" smtClean="0"/>
              <a:t>Requisitos:</a:t>
            </a:r>
          </a:p>
          <a:p>
            <a:pPr lvl="1" eaLnBrk="1" hangingPunct="1"/>
            <a:r>
              <a:rPr lang="es-ES" sz="2600" smtClean="0"/>
              <a:t>Tener el sistema de ficheros NTFS </a:t>
            </a:r>
          </a:p>
          <a:p>
            <a:pPr lvl="1" eaLnBrk="1" hangingPunct="1"/>
            <a:r>
              <a:rPr lang="es-ES" sz="2600" smtClean="0"/>
              <a:t>Habilitar la administración de cuotas de disco: </a:t>
            </a:r>
            <a:r>
              <a:rPr lang="es-ES" sz="2400" b="1" i="1" smtClean="0"/>
              <a:t>Inicio+Equipo+Propiedades de la unidad de disco + Cuota</a:t>
            </a:r>
          </a:p>
        </p:txBody>
      </p:sp>
      <p:pic>
        <p:nvPicPr>
          <p:cNvPr id="16387" name="Picture 5"/>
          <p:cNvPicPr>
            <a:picLocks noGrp="1" noChangeAspect="1" noChangeArrowheads="1"/>
          </p:cNvPicPr>
          <p:nvPr>
            <p:ph sz="half" idx="2"/>
          </p:nvPr>
        </p:nvPicPr>
        <p:blipFill>
          <a:blip r:embed="rId2"/>
          <a:srcRect/>
          <a:stretch>
            <a:fillRect/>
          </a:stretch>
        </p:blipFill>
        <p:spPr>
          <a:xfrm>
            <a:off x="5364163" y="1484313"/>
            <a:ext cx="3314700" cy="4537075"/>
          </a:xfr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1 Título"/>
          <p:cNvSpPr>
            <a:spLocks noGrp="1"/>
          </p:cNvSpPr>
          <p:nvPr>
            <p:ph type="title"/>
          </p:nvPr>
        </p:nvSpPr>
        <p:spPr/>
        <p:txBody>
          <a:bodyPr/>
          <a:lstStyle/>
          <a:p>
            <a:pPr eaLnBrk="1" hangingPunct="1"/>
            <a:r>
              <a:rPr lang="es-ES_tradnl" sz="3800" smtClean="0"/>
              <a:t>1. GESTIÓN DE DISCOS: CUOTAS</a:t>
            </a:r>
            <a:endParaRPr lang="es-ES" sz="3800" smtClean="0"/>
          </a:p>
        </p:txBody>
      </p:sp>
      <p:sp>
        <p:nvSpPr>
          <p:cNvPr id="17410" name="Rectangle 3"/>
          <p:cNvSpPr>
            <a:spLocks noGrp="1" noChangeArrowheads="1"/>
          </p:cNvSpPr>
          <p:nvPr>
            <p:ph type="body" sz="half" idx="1"/>
          </p:nvPr>
        </p:nvSpPr>
        <p:spPr>
          <a:xfrm>
            <a:off x="395288" y="1341438"/>
            <a:ext cx="4968875" cy="4419600"/>
          </a:xfrm>
        </p:spPr>
        <p:txBody>
          <a:bodyPr/>
          <a:lstStyle/>
          <a:p>
            <a:pPr eaLnBrk="1" hangingPunct="1"/>
            <a:r>
              <a:rPr lang="es-ES_tradnl" sz="2400" smtClean="0"/>
              <a:t>Los límites de cuota predeterminados se aplican a todos los usuarios que almacenan archivos en el volumen de disco.</a:t>
            </a:r>
          </a:p>
          <a:p>
            <a:pPr eaLnBrk="1" hangingPunct="1"/>
            <a:r>
              <a:rPr lang="es-ES_tradnl" sz="2400" smtClean="0"/>
              <a:t>En Limitar espacio de disco a: indicaremos el valor máximo y el valor en el que se avisará al usuario de que está a punto de consumir su cuota.</a:t>
            </a:r>
          </a:p>
        </p:txBody>
      </p:sp>
      <p:sp>
        <p:nvSpPr>
          <p:cNvPr id="5" name="Rectangle 3"/>
          <p:cNvSpPr txBox="1">
            <a:spLocks noChangeArrowheads="1"/>
          </p:cNvSpPr>
          <p:nvPr/>
        </p:nvSpPr>
        <p:spPr bwMode="auto">
          <a:xfrm>
            <a:off x="468313" y="5084763"/>
            <a:ext cx="8207375" cy="1368425"/>
          </a:xfrm>
          <a:prstGeom prst="rect">
            <a:avLst/>
          </a:prstGeom>
          <a:noFill/>
          <a:ln w="9525">
            <a:noFill/>
            <a:miter lim="800000"/>
            <a:headEnd/>
            <a:tailEnd/>
          </a:ln>
          <a:effectLst/>
        </p:spPr>
        <p:txBody>
          <a:bodyPr/>
          <a:lstStyle/>
          <a:p>
            <a:pPr marL="342900" indent="-342900">
              <a:spcBef>
                <a:spcPct val="20000"/>
              </a:spcBef>
              <a:buClr>
                <a:schemeClr val="hlink"/>
              </a:buClr>
              <a:buSzPct val="80000"/>
              <a:buFont typeface="Wingdings" pitchFamily="2" charset="2"/>
              <a:buChar char="l"/>
              <a:defRPr/>
            </a:pPr>
            <a:r>
              <a:rPr lang="es-ES_tradnl" sz="2400" kern="0" dirty="0">
                <a:latin typeface="+mn-lt"/>
                <a:cs typeface="+mn-cs"/>
              </a:rPr>
              <a:t>Marcaremos si queremos generar eventos cuando los usuarios superen su cuota o se les envíe una advertencia.</a:t>
            </a:r>
            <a:endParaRPr lang="es-ES" sz="2400" kern="0" dirty="0">
              <a:latin typeface="+mn-lt"/>
              <a:cs typeface="+mn-cs"/>
            </a:endParaRPr>
          </a:p>
        </p:txBody>
      </p:sp>
      <p:pic>
        <p:nvPicPr>
          <p:cNvPr id="17412" name="Picture 2"/>
          <p:cNvPicPr>
            <a:picLocks noGrp="1" noChangeAspect="1" noChangeArrowheads="1"/>
          </p:cNvPicPr>
          <p:nvPr>
            <p:ph sz="half" idx="2"/>
          </p:nvPr>
        </p:nvPicPr>
        <p:blipFill>
          <a:blip r:embed="rId2"/>
          <a:srcRect/>
          <a:stretch>
            <a:fillRect/>
          </a:stretch>
        </p:blipFill>
        <p:spPr>
          <a:xfrm>
            <a:off x="5435600" y="1485900"/>
            <a:ext cx="3243263" cy="3525838"/>
          </a:xfr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1 Título"/>
          <p:cNvSpPr>
            <a:spLocks noGrp="1"/>
          </p:cNvSpPr>
          <p:nvPr>
            <p:ph type="title"/>
          </p:nvPr>
        </p:nvSpPr>
        <p:spPr/>
        <p:txBody>
          <a:bodyPr/>
          <a:lstStyle/>
          <a:p>
            <a:pPr eaLnBrk="1" hangingPunct="1"/>
            <a:r>
              <a:rPr lang="es-ES_tradnl" sz="3800" smtClean="0"/>
              <a:t>1. GESTIÓN DE DISCOS: CUOTAS</a:t>
            </a:r>
            <a:endParaRPr lang="es-ES" sz="3800" smtClean="0"/>
          </a:p>
        </p:txBody>
      </p:sp>
      <p:sp>
        <p:nvSpPr>
          <p:cNvPr id="18434" name="Rectangle 3"/>
          <p:cNvSpPr>
            <a:spLocks noGrp="1" noChangeArrowheads="1"/>
          </p:cNvSpPr>
          <p:nvPr>
            <p:ph type="body" sz="half" idx="1"/>
          </p:nvPr>
        </p:nvSpPr>
        <p:spPr>
          <a:xfrm>
            <a:off x="395288" y="1341438"/>
            <a:ext cx="8280400" cy="4419600"/>
          </a:xfrm>
        </p:spPr>
        <p:txBody>
          <a:bodyPr/>
          <a:lstStyle/>
          <a:p>
            <a:pPr eaLnBrk="1" hangingPunct="1"/>
            <a:r>
              <a:rPr lang="es-ES_tradnl" sz="2600" smtClean="0"/>
              <a:t>Para controlar la configuración individual de cada usuario.</a:t>
            </a:r>
          </a:p>
          <a:p>
            <a:pPr lvl="1" eaLnBrk="1" hangingPunct="1"/>
            <a:r>
              <a:rPr lang="es-ES_tradnl" sz="2400" smtClean="0"/>
              <a:t>Pulsaremos sobre Valores de Cuota.</a:t>
            </a:r>
          </a:p>
          <a:p>
            <a:pPr lvl="1" eaLnBrk="1" hangingPunct="1"/>
            <a:endParaRPr lang="es-ES_tradnl" sz="2000" smtClean="0"/>
          </a:p>
          <a:p>
            <a:pPr lvl="1" eaLnBrk="1" hangingPunct="1"/>
            <a:endParaRPr lang="es-ES_tradnl" sz="2000" smtClean="0"/>
          </a:p>
          <a:p>
            <a:pPr lvl="1" eaLnBrk="1" hangingPunct="1"/>
            <a:endParaRPr lang="es-ES_tradnl" sz="2000" smtClean="0"/>
          </a:p>
        </p:txBody>
      </p:sp>
      <p:pic>
        <p:nvPicPr>
          <p:cNvPr id="18435" name="Picture 2"/>
          <p:cNvPicPr>
            <a:picLocks noGrp="1" noChangeAspect="1" noChangeArrowheads="1"/>
          </p:cNvPicPr>
          <p:nvPr>
            <p:ph sz="half" idx="2"/>
          </p:nvPr>
        </p:nvPicPr>
        <p:blipFill>
          <a:blip r:embed="rId2"/>
          <a:srcRect/>
          <a:stretch>
            <a:fillRect/>
          </a:stretch>
        </p:blipFill>
        <p:spPr>
          <a:xfrm>
            <a:off x="5795963" y="3860800"/>
            <a:ext cx="2811462" cy="2017713"/>
          </a:xfrm>
        </p:spPr>
      </p:pic>
      <p:pic>
        <p:nvPicPr>
          <p:cNvPr id="18436" name="Picture 3"/>
          <p:cNvPicPr>
            <a:picLocks noChangeAspect="1" noChangeArrowheads="1"/>
          </p:cNvPicPr>
          <p:nvPr/>
        </p:nvPicPr>
        <p:blipFill>
          <a:blip r:embed="rId3"/>
          <a:srcRect/>
          <a:stretch>
            <a:fillRect/>
          </a:stretch>
        </p:blipFill>
        <p:spPr bwMode="auto">
          <a:xfrm>
            <a:off x="1476375" y="2636838"/>
            <a:ext cx="5676900" cy="1133475"/>
          </a:xfrm>
          <a:prstGeom prst="rect">
            <a:avLst/>
          </a:prstGeom>
          <a:noFill/>
          <a:ln w="9525">
            <a:noFill/>
            <a:miter lim="800000"/>
            <a:headEnd/>
            <a:tailEnd/>
          </a:ln>
        </p:spPr>
      </p:pic>
      <p:sp>
        <p:nvSpPr>
          <p:cNvPr id="9" name="Rectangle 3"/>
          <p:cNvSpPr txBox="1">
            <a:spLocks noChangeArrowheads="1"/>
          </p:cNvSpPr>
          <p:nvPr/>
        </p:nvSpPr>
        <p:spPr bwMode="auto">
          <a:xfrm>
            <a:off x="395288" y="3644900"/>
            <a:ext cx="5400675" cy="3213100"/>
          </a:xfrm>
          <a:prstGeom prst="rect">
            <a:avLst/>
          </a:prstGeom>
          <a:noFill/>
          <a:ln w="9525">
            <a:noFill/>
            <a:miter lim="800000"/>
            <a:headEnd/>
            <a:tailEnd/>
          </a:ln>
          <a:effectLst/>
        </p:spPr>
        <p:txBody>
          <a:bodyPr/>
          <a:lstStyle/>
          <a:p>
            <a:pPr marL="742950" lvl="1" indent="-285750">
              <a:spcBef>
                <a:spcPct val="20000"/>
              </a:spcBef>
              <a:buClr>
                <a:schemeClr val="accent1"/>
              </a:buClr>
              <a:buSzPct val="70000"/>
              <a:buFont typeface="Wingdings" pitchFamily="2" charset="2"/>
              <a:buChar char="l"/>
              <a:defRPr/>
            </a:pPr>
            <a:r>
              <a:rPr lang="es-ES_tradnl" sz="2400" kern="0" dirty="0">
                <a:latin typeface="+mn-lt"/>
              </a:rPr>
              <a:t>Seleccionaremos el usuario al que le queremos modificar la cuota. Si no aparece una entrada para ese usuario, </a:t>
            </a:r>
            <a:r>
              <a:rPr lang="es-ES_tradnl" sz="2400" i="1" kern="0" dirty="0">
                <a:latin typeface="+mn-lt"/>
              </a:rPr>
              <a:t>Cuota + Nueva entrada de cuota </a:t>
            </a:r>
            <a:r>
              <a:rPr lang="es-ES_tradnl" sz="2400" kern="0" dirty="0">
                <a:latin typeface="+mn-lt"/>
              </a:rPr>
              <a:t>y agregamos el usuario y lo configuramos.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1 Título"/>
          <p:cNvSpPr>
            <a:spLocks noGrp="1"/>
          </p:cNvSpPr>
          <p:nvPr>
            <p:ph type="title" idx="4294967295"/>
          </p:nvPr>
        </p:nvSpPr>
        <p:spPr>
          <a:xfrm>
            <a:off x="195263" y="228600"/>
            <a:ext cx="8553450" cy="914400"/>
          </a:xfrm>
        </p:spPr>
        <p:txBody>
          <a:bodyPr/>
          <a:lstStyle/>
          <a:p>
            <a:pPr eaLnBrk="1" hangingPunct="1"/>
            <a:r>
              <a:rPr lang="es-ES_tradnl" sz="3800" smtClean="0"/>
              <a:t>2. OPTIMIZACIÓN DE LA MEMORIA DEL SISTEMA OPERATIVO EN RED</a:t>
            </a:r>
            <a:endParaRPr lang="es-ES" sz="3800" smtClean="0"/>
          </a:p>
        </p:txBody>
      </p:sp>
      <p:sp>
        <p:nvSpPr>
          <p:cNvPr id="19458" name="2 Marcador de contenido"/>
          <p:cNvSpPr>
            <a:spLocks noGrp="1"/>
          </p:cNvSpPr>
          <p:nvPr>
            <p:ph idx="4294967295"/>
          </p:nvPr>
        </p:nvSpPr>
        <p:spPr>
          <a:xfrm>
            <a:off x="611188" y="1412875"/>
            <a:ext cx="7924800" cy="4824413"/>
          </a:xfrm>
        </p:spPr>
        <p:txBody>
          <a:bodyPr/>
          <a:lstStyle/>
          <a:p>
            <a:pPr eaLnBrk="1" hangingPunct="1"/>
            <a:r>
              <a:rPr lang="es-ES_tradnl" sz="2800" smtClean="0"/>
              <a:t>Windows Server utiliza la paginación para ubicar todos los programas y procesos en memoria RAM para poder ejecutarlos.</a:t>
            </a:r>
          </a:p>
          <a:p>
            <a:pPr eaLnBrk="1" hangingPunct="1"/>
            <a:r>
              <a:rPr lang="es-ES_tradnl" sz="2800" smtClean="0"/>
              <a:t>A veces la memoria RAM se queda escasa, y hay que optimizar al máximo su uso, tanto real como virtual, para garantizar el correcto funcionamiento del equipo.</a:t>
            </a:r>
          </a:p>
          <a:p>
            <a:pPr eaLnBrk="1" hangingPunct="1"/>
            <a:r>
              <a:rPr lang="es-ES_tradnl" sz="2800" smtClean="0"/>
              <a:t>La memoria virtual se utiliza siempre , aunque se disponga de mucha memoria RAM.</a:t>
            </a:r>
            <a:endParaRPr lang="es-ES" sz="2800" smtClean="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1 Título"/>
          <p:cNvSpPr>
            <a:spLocks noGrp="1"/>
          </p:cNvSpPr>
          <p:nvPr>
            <p:ph type="title" idx="4294967295"/>
          </p:nvPr>
        </p:nvSpPr>
        <p:spPr>
          <a:xfrm>
            <a:off x="195263" y="228600"/>
            <a:ext cx="8553450" cy="914400"/>
          </a:xfrm>
        </p:spPr>
        <p:txBody>
          <a:bodyPr/>
          <a:lstStyle/>
          <a:p>
            <a:pPr eaLnBrk="1" hangingPunct="1"/>
            <a:r>
              <a:rPr lang="es-ES_tradnl" sz="3800" smtClean="0"/>
              <a:t>2. OPTIMIZACIÓN DE LA MEMORIA DEL SISTEMA OPERATIVO EN RED</a:t>
            </a:r>
            <a:endParaRPr lang="es-ES" sz="3800" smtClean="0"/>
          </a:p>
        </p:txBody>
      </p:sp>
      <p:sp>
        <p:nvSpPr>
          <p:cNvPr id="20482" name="2 Marcador de contenido"/>
          <p:cNvSpPr>
            <a:spLocks noGrp="1"/>
          </p:cNvSpPr>
          <p:nvPr>
            <p:ph idx="4294967295"/>
          </p:nvPr>
        </p:nvSpPr>
        <p:spPr>
          <a:xfrm>
            <a:off x="468313" y="1341438"/>
            <a:ext cx="4603750" cy="4824412"/>
          </a:xfrm>
        </p:spPr>
        <p:txBody>
          <a:bodyPr/>
          <a:lstStyle/>
          <a:p>
            <a:pPr eaLnBrk="1" hangingPunct="1"/>
            <a:r>
              <a:rPr lang="es-ES_tradnl" sz="2700" smtClean="0"/>
              <a:t>Para configurar la memoria virtual de nuestro equipo, accederemos con Windows + Pausa + Configuración avanzada del sistema.</a:t>
            </a:r>
          </a:p>
          <a:p>
            <a:pPr eaLnBrk="1" hangingPunct="1"/>
            <a:r>
              <a:rPr lang="es-ES_tradnl" sz="2700" smtClean="0"/>
              <a:t>En la pestaña Opciones avanzadas, pulsaremos sobre el botón Configuración del apartado Rendimiento.</a:t>
            </a:r>
          </a:p>
          <a:p>
            <a:pPr eaLnBrk="1" hangingPunct="1"/>
            <a:endParaRPr lang="es-ES_tradnl" sz="2700" smtClean="0"/>
          </a:p>
        </p:txBody>
      </p:sp>
      <p:pic>
        <p:nvPicPr>
          <p:cNvPr id="20483" name="Picture 4"/>
          <p:cNvPicPr>
            <a:picLocks noChangeAspect="1" noChangeArrowheads="1"/>
          </p:cNvPicPr>
          <p:nvPr/>
        </p:nvPicPr>
        <p:blipFill>
          <a:blip r:embed="rId2"/>
          <a:srcRect/>
          <a:stretch>
            <a:fillRect/>
          </a:stretch>
        </p:blipFill>
        <p:spPr bwMode="auto">
          <a:xfrm>
            <a:off x="5010150" y="1500188"/>
            <a:ext cx="3776663" cy="4643437"/>
          </a:xfrm>
          <a:prstGeom prst="rect">
            <a:avLst/>
          </a:prstGeom>
          <a:noFill/>
          <a:ln w="9525">
            <a:noFill/>
            <a:miter lim="800000"/>
            <a:headEnd/>
            <a:tailEnd/>
          </a:ln>
        </p:spPr>
      </p:pic>
      <p:sp>
        <p:nvSpPr>
          <p:cNvPr id="5" name="4 Rectángulo"/>
          <p:cNvSpPr/>
          <p:nvPr/>
        </p:nvSpPr>
        <p:spPr>
          <a:xfrm>
            <a:off x="7429500" y="2786063"/>
            <a:ext cx="1071563" cy="4286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5" name="Picture 2"/>
          <p:cNvPicPr>
            <a:picLocks noChangeAspect="1" noChangeArrowheads="1"/>
          </p:cNvPicPr>
          <p:nvPr/>
        </p:nvPicPr>
        <p:blipFill>
          <a:blip r:embed="rId2"/>
          <a:srcRect/>
          <a:stretch>
            <a:fillRect/>
          </a:stretch>
        </p:blipFill>
        <p:spPr bwMode="auto">
          <a:xfrm>
            <a:off x="5072063" y="2214563"/>
            <a:ext cx="3600450" cy="3457575"/>
          </a:xfrm>
          <a:prstGeom prst="rect">
            <a:avLst/>
          </a:prstGeom>
          <a:noFill/>
          <a:ln w="9525">
            <a:noFill/>
            <a:miter lim="800000"/>
            <a:headEnd/>
            <a:tailEnd/>
          </a:ln>
        </p:spPr>
      </p:pic>
      <p:sp>
        <p:nvSpPr>
          <p:cNvPr id="21506" name="1 Título"/>
          <p:cNvSpPr>
            <a:spLocks noGrp="1"/>
          </p:cNvSpPr>
          <p:nvPr>
            <p:ph type="title" idx="4294967295"/>
          </p:nvPr>
        </p:nvSpPr>
        <p:spPr>
          <a:xfrm>
            <a:off x="195263" y="228600"/>
            <a:ext cx="8553450" cy="914400"/>
          </a:xfrm>
        </p:spPr>
        <p:txBody>
          <a:bodyPr/>
          <a:lstStyle/>
          <a:p>
            <a:pPr eaLnBrk="1" hangingPunct="1"/>
            <a:r>
              <a:rPr lang="es-ES_tradnl" sz="3800" smtClean="0"/>
              <a:t>2. OPTIMIZACIÓN DE LA MEMORIA DEL SISTEMA OPERATIVO EN RED</a:t>
            </a:r>
            <a:endParaRPr lang="es-ES" sz="3800" smtClean="0"/>
          </a:p>
        </p:txBody>
      </p:sp>
      <p:sp>
        <p:nvSpPr>
          <p:cNvPr id="21507" name="2 Marcador de contenido"/>
          <p:cNvSpPr>
            <a:spLocks noGrp="1"/>
          </p:cNvSpPr>
          <p:nvPr>
            <p:ph idx="4294967295"/>
          </p:nvPr>
        </p:nvSpPr>
        <p:spPr>
          <a:xfrm>
            <a:off x="500063" y="1857375"/>
            <a:ext cx="4603750" cy="4159250"/>
          </a:xfrm>
        </p:spPr>
        <p:txBody>
          <a:bodyPr/>
          <a:lstStyle/>
          <a:p>
            <a:pPr eaLnBrk="1" hangingPunct="1"/>
            <a:r>
              <a:rPr lang="es-ES_tradnl" sz="2700" smtClean="0"/>
              <a:t>En el nuevo cuadro de diálogo que aparece, seleccionamos la pestaña Opciones avanzadas.</a:t>
            </a:r>
          </a:p>
          <a:p>
            <a:pPr eaLnBrk="1" hangingPunct="1"/>
            <a:r>
              <a:rPr lang="es-ES_tradnl" sz="2700" smtClean="0"/>
              <a:t>En el apartado Memoria Virtual, pulsamos el botón Cambiar para acceder a la configuración de la memoria virtual.</a:t>
            </a:r>
          </a:p>
        </p:txBody>
      </p:sp>
      <p:sp>
        <p:nvSpPr>
          <p:cNvPr id="5" name="4 Rectángulo"/>
          <p:cNvSpPr/>
          <p:nvPr/>
        </p:nvSpPr>
        <p:spPr>
          <a:xfrm>
            <a:off x="7429500" y="4857750"/>
            <a:ext cx="1071563" cy="4286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ChangeArrowheads="1"/>
          </p:cNvSpPr>
          <p:nvPr>
            <p:ph type="title"/>
          </p:nvPr>
        </p:nvSpPr>
        <p:spPr/>
        <p:txBody>
          <a:bodyPr/>
          <a:lstStyle/>
          <a:p>
            <a:pPr eaLnBrk="1" hangingPunct="1"/>
            <a:r>
              <a:rPr lang="es-ES_tradnl" smtClean="0"/>
              <a:t>2.1. CONSIDERACIONES DEL ARCHIVO DE PAGINACIÓN</a:t>
            </a:r>
            <a:endParaRPr lang="es-ES" smtClean="0"/>
          </a:p>
        </p:txBody>
      </p:sp>
      <p:sp>
        <p:nvSpPr>
          <p:cNvPr id="22530" name="Rectangle 3"/>
          <p:cNvSpPr>
            <a:spLocks noGrp="1" noChangeArrowheads="1"/>
          </p:cNvSpPr>
          <p:nvPr>
            <p:ph type="body" idx="1"/>
          </p:nvPr>
        </p:nvSpPr>
        <p:spPr>
          <a:xfrm>
            <a:off x="468313" y="1600200"/>
            <a:ext cx="8207375" cy="4419600"/>
          </a:xfrm>
        </p:spPr>
        <p:txBody>
          <a:bodyPr/>
          <a:lstStyle/>
          <a:p>
            <a:pPr eaLnBrk="1" hangingPunct="1"/>
            <a:r>
              <a:rPr lang="es-ES_tradnl" smtClean="0"/>
              <a:t>Lo ubicaremos en un disco duro distinto al que tiene instalado el SO.</a:t>
            </a:r>
          </a:p>
          <a:p>
            <a:pPr eaLnBrk="1" hangingPunct="1"/>
            <a:r>
              <a:rPr lang="es-ES_tradnl" smtClean="0"/>
              <a:t>No lo ubicaremos en una partición distinta del mismo disco duro de la del SO.</a:t>
            </a:r>
          </a:p>
          <a:p>
            <a:pPr eaLnBrk="1" hangingPunct="1"/>
            <a:r>
              <a:rPr lang="es-ES_tradnl" smtClean="0"/>
              <a:t>Lo ubicaremos en el disco más rápido.</a:t>
            </a:r>
          </a:p>
          <a:p>
            <a:pPr eaLnBrk="1" hangingPunct="1"/>
            <a:r>
              <a:rPr lang="es-ES_tradnl" smtClean="0"/>
              <a:t>Asignaremos un tamaño de 1,5 o 2 veces el tamaño de la memoria RAM del equipo.</a:t>
            </a:r>
            <a:endParaRPr lang="es-ES" smtClean="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title"/>
          </p:nvPr>
        </p:nvSpPr>
        <p:spPr/>
        <p:txBody>
          <a:bodyPr/>
          <a:lstStyle/>
          <a:p>
            <a:pPr eaLnBrk="1" hangingPunct="1"/>
            <a:r>
              <a:rPr lang="es-ES_tradnl" sz="4000" smtClean="0"/>
              <a:t>2.2 GESTIÓN DE LA MEMORIA VIRTUAL</a:t>
            </a:r>
            <a:endParaRPr lang="es-ES" sz="4000" smtClean="0"/>
          </a:p>
        </p:txBody>
      </p:sp>
      <p:sp>
        <p:nvSpPr>
          <p:cNvPr id="23554" name="4 Marcador de contenido"/>
          <p:cNvSpPr>
            <a:spLocks noGrp="1"/>
          </p:cNvSpPr>
          <p:nvPr>
            <p:ph sz="half" idx="2"/>
          </p:nvPr>
        </p:nvSpPr>
        <p:spPr>
          <a:xfrm>
            <a:off x="3779838" y="1268413"/>
            <a:ext cx="5184775" cy="4606925"/>
          </a:xfrm>
        </p:spPr>
        <p:txBody>
          <a:bodyPr/>
          <a:lstStyle/>
          <a:p>
            <a:pPr marL="514350" indent="-514350" eaLnBrk="1" hangingPunct="1">
              <a:buFont typeface="Arial" charset="0"/>
              <a:buAutoNum type="arabicPeriod"/>
            </a:pPr>
            <a:r>
              <a:rPr lang="es-ES_tradnl" sz="2700" smtClean="0"/>
              <a:t>Para que el sistema adminis-tre la memoria virtual.</a:t>
            </a:r>
          </a:p>
          <a:p>
            <a:pPr marL="514350" indent="-514350" eaLnBrk="1" hangingPunct="1">
              <a:buFont typeface="Arial" charset="0"/>
              <a:buAutoNum type="arabicPeriod"/>
            </a:pPr>
            <a:r>
              <a:rPr lang="es-ES_tradnl" sz="2700" smtClean="0"/>
              <a:t>Unidades de disco o particio-nes sobre las que podemos hacer que se gestione el archivo de paginación.</a:t>
            </a:r>
          </a:p>
          <a:p>
            <a:pPr marL="514350" indent="-514350" eaLnBrk="1" hangingPunct="1">
              <a:buFont typeface="Arial" charset="0"/>
              <a:buAutoNum type="arabicPeriod"/>
            </a:pPr>
            <a:r>
              <a:rPr lang="es-ES_tradnl" sz="2700" smtClean="0"/>
              <a:t>Para personalizar el tamaño del archivo de paginación.</a:t>
            </a:r>
          </a:p>
          <a:p>
            <a:pPr marL="514350" indent="-514350" eaLnBrk="1" hangingPunct="1">
              <a:buFont typeface="Arial" charset="0"/>
              <a:buAutoNum type="arabicPeriod"/>
            </a:pPr>
            <a:r>
              <a:rPr lang="es-ES_tradnl" sz="2700" smtClean="0"/>
              <a:t>Para que lo administre el sistema.</a:t>
            </a:r>
          </a:p>
          <a:p>
            <a:pPr marL="514350" indent="-514350" eaLnBrk="1" hangingPunct="1">
              <a:buFont typeface="Arial" charset="0"/>
              <a:buAutoNum type="arabicPeriod"/>
            </a:pPr>
            <a:r>
              <a:rPr lang="es-ES_tradnl" sz="2700" smtClean="0"/>
              <a:t>Leyenda de la configuración actual.</a:t>
            </a:r>
            <a:endParaRPr lang="es-ES" sz="2700" smtClean="0"/>
          </a:p>
        </p:txBody>
      </p:sp>
      <p:pic>
        <p:nvPicPr>
          <p:cNvPr id="23555" name="Picture 4"/>
          <p:cNvPicPr>
            <a:picLocks noGrp="1" noChangeAspect="1" noChangeArrowheads="1"/>
          </p:cNvPicPr>
          <p:nvPr>
            <p:ph sz="half" idx="1"/>
          </p:nvPr>
        </p:nvPicPr>
        <p:blipFill>
          <a:blip r:embed="rId2"/>
          <a:srcRect/>
          <a:stretch>
            <a:fillRect/>
          </a:stretch>
        </p:blipFill>
        <p:spPr>
          <a:xfrm>
            <a:off x="0" y="1412875"/>
            <a:ext cx="3851275" cy="4824413"/>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1 Título"/>
          <p:cNvSpPr>
            <a:spLocks noGrp="1"/>
          </p:cNvSpPr>
          <p:nvPr>
            <p:ph type="title"/>
          </p:nvPr>
        </p:nvSpPr>
        <p:spPr/>
        <p:txBody>
          <a:bodyPr/>
          <a:lstStyle/>
          <a:p>
            <a:pPr eaLnBrk="1" hangingPunct="1"/>
            <a:r>
              <a:rPr lang="es-ES_tradnl" sz="3500" smtClean="0"/>
              <a:t>3. ADMINISTRADOR DE TAREAS EN WINDOWS SERVER</a:t>
            </a:r>
            <a:endParaRPr lang="es-ES" sz="3500" smtClean="0"/>
          </a:p>
        </p:txBody>
      </p:sp>
      <p:sp>
        <p:nvSpPr>
          <p:cNvPr id="24578" name="Rectangle 5"/>
          <p:cNvSpPr>
            <a:spLocks noGrp="1" noChangeArrowheads="1"/>
          </p:cNvSpPr>
          <p:nvPr>
            <p:ph type="body" sz="half" idx="1"/>
          </p:nvPr>
        </p:nvSpPr>
        <p:spPr>
          <a:xfrm>
            <a:off x="609600" y="1600200"/>
            <a:ext cx="4106863" cy="4419600"/>
          </a:xfrm>
        </p:spPr>
        <p:txBody>
          <a:bodyPr/>
          <a:lstStyle/>
          <a:p>
            <a:pPr eaLnBrk="1" hangingPunct="1"/>
            <a:r>
              <a:rPr lang="es-ES" sz="2800" smtClean="0"/>
              <a:t>Permite ver los procesos en ejecución, servicios , recursos consumidos por el sistema, etc..</a:t>
            </a:r>
          </a:p>
          <a:p>
            <a:pPr eaLnBrk="1" hangingPunct="1"/>
            <a:r>
              <a:rPr lang="es-ES" sz="2800" smtClean="0"/>
              <a:t>Accederemos a él pulsando: </a:t>
            </a:r>
            <a:r>
              <a:rPr lang="es-ES" sz="2800" i="1" smtClean="0"/>
              <a:t>Cntr+Alt+Supr o</a:t>
            </a:r>
            <a:endParaRPr lang="es-ES" sz="2400" i="1" smtClean="0"/>
          </a:p>
          <a:p>
            <a:pPr eaLnBrk="1" hangingPunct="1">
              <a:buFont typeface="Wingdings" pitchFamily="2" charset="2"/>
              <a:buNone/>
            </a:pPr>
            <a:r>
              <a:rPr lang="es-ES_tradnl" sz="2400" i="1" smtClean="0"/>
              <a:t>	Cntr+Alt+Insert (en Vmware)</a:t>
            </a:r>
            <a:endParaRPr lang="es-ES" sz="2800" i="1" smtClean="0"/>
          </a:p>
        </p:txBody>
      </p:sp>
      <p:pic>
        <p:nvPicPr>
          <p:cNvPr id="24579" name="Picture 5"/>
          <p:cNvPicPr>
            <a:picLocks noGrp="1" noChangeAspect="1" noChangeArrowheads="1"/>
          </p:cNvPicPr>
          <p:nvPr>
            <p:ph sz="half" idx="2"/>
          </p:nvPr>
        </p:nvPicPr>
        <p:blipFill>
          <a:blip r:embed="rId2"/>
          <a:srcRect/>
          <a:stretch>
            <a:fillRect/>
          </a:stretch>
        </p:blipFill>
        <p:spPr>
          <a:xfrm>
            <a:off x="4787900" y="1628775"/>
            <a:ext cx="3671888" cy="3960813"/>
          </a:xfrm>
        </p:spPr>
      </p:pic>
      <p:sp>
        <p:nvSpPr>
          <p:cNvPr id="8" name="7 Rectángulo redondeado"/>
          <p:cNvSpPr/>
          <p:nvPr/>
        </p:nvSpPr>
        <p:spPr>
          <a:xfrm>
            <a:off x="5076825" y="4005263"/>
            <a:ext cx="3167063" cy="503237"/>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1 Título"/>
          <p:cNvSpPr>
            <a:spLocks noGrp="1"/>
          </p:cNvSpPr>
          <p:nvPr>
            <p:ph type="title"/>
          </p:nvPr>
        </p:nvSpPr>
        <p:spPr/>
        <p:txBody>
          <a:bodyPr/>
          <a:lstStyle/>
          <a:p>
            <a:pPr eaLnBrk="1" hangingPunct="1"/>
            <a:r>
              <a:rPr lang="es-ES_tradnl" sz="3500" smtClean="0"/>
              <a:t>3.1. ADMINISTRADOR DE TAREAS EN WINDOWS SERVER</a:t>
            </a:r>
            <a:endParaRPr lang="es-ES" sz="3500" smtClean="0"/>
          </a:p>
        </p:txBody>
      </p:sp>
      <p:sp>
        <p:nvSpPr>
          <p:cNvPr id="25602" name="Rectangle 3"/>
          <p:cNvSpPr>
            <a:spLocks noGrp="1" noChangeArrowheads="1"/>
          </p:cNvSpPr>
          <p:nvPr>
            <p:ph sz="half" idx="1"/>
          </p:nvPr>
        </p:nvSpPr>
        <p:spPr>
          <a:xfrm>
            <a:off x="323850" y="1412875"/>
            <a:ext cx="5688013" cy="4419600"/>
          </a:xfrm>
        </p:spPr>
        <p:txBody>
          <a:bodyPr/>
          <a:lstStyle/>
          <a:p>
            <a:pPr eaLnBrk="1" hangingPunct="1"/>
            <a:r>
              <a:rPr lang="es-ES" smtClean="0"/>
              <a:t>Pestaña Procesos del Administrador de Tareas:</a:t>
            </a:r>
          </a:p>
          <a:p>
            <a:pPr lvl="1" eaLnBrk="1" hangingPunct="1"/>
            <a:r>
              <a:rPr lang="es-ES" smtClean="0"/>
              <a:t>Abrir ubicación de archivo: Carpeta en la que se encuentra el ejecutable.</a:t>
            </a:r>
          </a:p>
          <a:p>
            <a:pPr lvl="1" eaLnBrk="1" hangingPunct="1"/>
            <a:r>
              <a:rPr lang="es-ES" smtClean="0"/>
              <a:t>Terminar proceso: El proceso se detiene de forma incondicional.</a:t>
            </a:r>
          </a:p>
          <a:p>
            <a:pPr lvl="1" eaLnBrk="1" hangingPunct="1"/>
            <a:r>
              <a:rPr lang="es-ES" smtClean="0"/>
              <a:t>Finalizar árbol de procesos: Se cierra el proceso padre y los hijos</a:t>
            </a:r>
          </a:p>
          <a:p>
            <a:pPr lvl="1" eaLnBrk="1" hangingPunct="1"/>
            <a:r>
              <a:rPr lang="es-ES" smtClean="0"/>
              <a:t>Establecer prioridad</a:t>
            </a:r>
          </a:p>
          <a:p>
            <a:pPr lvl="1" eaLnBrk="1" hangingPunct="1"/>
            <a:r>
              <a:rPr lang="es-ES" smtClean="0"/>
              <a:t>Propiedades del programa ejecutable asociado al proceso</a:t>
            </a:r>
          </a:p>
          <a:p>
            <a:pPr lvl="1" eaLnBrk="1" hangingPunct="1"/>
            <a:r>
              <a:rPr lang="es-ES" smtClean="0"/>
              <a:t>Ir al servicio</a:t>
            </a:r>
          </a:p>
        </p:txBody>
      </p:sp>
      <p:pic>
        <p:nvPicPr>
          <p:cNvPr id="25603" name="Picture 7"/>
          <p:cNvPicPr>
            <a:picLocks noGrp="1" noChangeAspect="1" noChangeArrowheads="1"/>
          </p:cNvPicPr>
          <p:nvPr>
            <p:ph sz="half" idx="2"/>
          </p:nvPr>
        </p:nvPicPr>
        <p:blipFill>
          <a:blip r:embed="rId2"/>
          <a:srcRect/>
          <a:stretch>
            <a:fillRect/>
          </a:stretch>
        </p:blipFill>
        <p:spPr>
          <a:xfrm>
            <a:off x="6011863" y="1700213"/>
            <a:ext cx="2636837" cy="4238625"/>
          </a:xfr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1 Título"/>
          <p:cNvSpPr>
            <a:spLocks noGrp="1"/>
          </p:cNvSpPr>
          <p:nvPr>
            <p:ph type="title"/>
          </p:nvPr>
        </p:nvSpPr>
        <p:spPr/>
        <p:txBody>
          <a:bodyPr/>
          <a:lstStyle/>
          <a:p>
            <a:pPr eaLnBrk="1" hangingPunct="1"/>
            <a:r>
              <a:rPr lang="es-ES_tradnl" sz="3500" smtClean="0"/>
              <a:t>3.1. ADMINISTRADOR DE TAREAS EN WINDOWS SERVER</a:t>
            </a:r>
            <a:endParaRPr lang="es-ES" sz="3500" smtClean="0"/>
          </a:p>
        </p:txBody>
      </p:sp>
      <p:sp>
        <p:nvSpPr>
          <p:cNvPr id="26626" name="Rectangle 3"/>
          <p:cNvSpPr>
            <a:spLocks noGrp="1" noChangeArrowheads="1"/>
          </p:cNvSpPr>
          <p:nvPr>
            <p:ph sz="half" idx="1"/>
          </p:nvPr>
        </p:nvSpPr>
        <p:spPr>
          <a:xfrm>
            <a:off x="0" y="1412875"/>
            <a:ext cx="5003800" cy="4419600"/>
          </a:xfrm>
        </p:spPr>
        <p:txBody>
          <a:bodyPr/>
          <a:lstStyle/>
          <a:p>
            <a:pPr lvl="1" eaLnBrk="1" hangingPunct="1"/>
            <a:r>
              <a:rPr lang="es-ES" smtClean="0"/>
              <a:t>Establecer prioridad: Para aumentar o disminuir la prioridad de unos procesos sobre los otros.</a:t>
            </a:r>
          </a:p>
          <a:p>
            <a:pPr lvl="1" eaLnBrk="1" hangingPunct="1"/>
            <a:r>
              <a:rPr lang="es-ES" smtClean="0"/>
              <a:t>Propiedades del programa ejecutable asociado al proceso.</a:t>
            </a:r>
          </a:p>
          <a:p>
            <a:pPr lvl="1" eaLnBrk="1" hangingPunct="1"/>
            <a:r>
              <a:rPr lang="es-ES" smtClean="0"/>
              <a:t>Ir al servicio: Cada programa para poder ejecutarse está asociado a uno o varios servicios que son procesos propios del sistema operativo.</a:t>
            </a:r>
          </a:p>
        </p:txBody>
      </p:sp>
      <p:pic>
        <p:nvPicPr>
          <p:cNvPr id="26627" name="Picture 7"/>
          <p:cNvPicPr>
            <a:picLocks noGrp="1" noChangeAspect="1" noChangeArrowheads="1"/>
          </p:cNvPicPr>
          <p:nvPr>
            <p:ph sz="half" idx="2"/>
          </p:nvPr>
        </p:nvPicPr>
        <p:blipFill>
          <a:blip r:embed="rId2"/>
          <a:srcRect/>
          <a:stretch>
            <a:fillRect/>
          </a:stretch>
        </p:blipFill>
        <p:spPr>
          <a:xfrm>
            <a:off x="5148263" y="1690688"/>
            <a:ext cx="3357562" cy="4238625"/>
          </a:xfr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1 Título"/>
          <p:cNvSpPr>
            <a:spLocks noGrp="1"/>
          </p:cNvSpPr>
          <p:nvPr>
            <p:ph type="title" idx="4294967295"/>
          </p:nvPr>
        </p:nvSpPr>
        <p:spPr>
          <a:xfrm>
            <a:off x="195263" y="228600"/>
            <a:ext cx="8337550" cy="914400"/>
          </a:xfrm>
        </p:spPr>
        <p:txBody>
          <a:bodyPr/>
          <a:lstStyle/>
          <a:p>
            <a:pPr eaLnBrk="1" hangingPunct="1"/>
            <a:r>
              <a:rPr lang="es-ES_tradnl" sz="3600" smtClean="0"/>
              <a:t>3.2 ACTIVACIÓN Y DESACTIVACIÓN DE SERVICIOS</a:t>
            </a:r>
            <a:endParaRPr lang="es-ES" sz="3600" smtClean="0"/>
          </a:p>
        </p:txBody>
      </p:sp>
      <p:sp>
        <p:nvSpPr>
          <p:cNvPr id="27650" name="2 Marcador de contenido"/>
          <p:cNvSpPr>
            <a:spLocks noGrp="1"/>
          </p:cNvSpPr>
          <p:nvPr>
            <p:ph idx="4294967295"/>
          </p:nvPr>
        </p:nvSpPr>
        <p:spPr>
          <a:xfrm>
            <a:off x="395288" y="1341438"/>
            <a:ext cx="8424862" cy="4606925"/>
          </a:xfrm>
        </p:spPr>
        <p:txBody>
          <a:bodyPr/>
          <a:lstStyle/>
          <a:p>
            <a:pPr eaLnBrk="1" hangingPunct="1"/>
            <a:r>
              <a:rPr lang="es-ES_tradnl" sz="2800" smtClean="0"/>
              <a:t>En el sistema constantemente se están ejecutando procesos en segundo plano que nos sirven para realizar nuestras operaciones en el sistema.</a:t>
            </a:r>
          </a:p>
          <a:p>
            <a:pPr eaLnBrk="1" hangingPunct="1"/>
            <a:r>
              <a:rPr lang="es-ES_tradnl" sz="2800" smtClean="0"/>
              <a:t>Ej: Para imprimir un archivo, el sistema ejecuta unos servicios de impresión que:</a:t>
            </a:r>
          </a:p>
          <a:p>
            <a:pPr lvl="1" eaLnBrk="1" hangingPunct="1"/>
            <a:r>
              <a:rPr lang="es-ES_tradnl" sz="2400" smtClean="0"/>
              <a:t>Hacen que la impresora sea reconocida por el sistema.</a:t>
            </a:r>
          </a:p>
          <a:p>
            <a:pPr lvl="1" eaLnBrk="1" hangingPunct="1"/>
            <a:r>
              <a:rPr lang="es-ES_tradnl" sz="2400" smtClean="0"/>
              <a:t>Hacen que cuando el usuario lance el trabajo, el SO sepa dónde tiene que imprimir.</a:t>
            </a:r>
          </a:p>
          <a:p>
            <a:pPr lvl="1" eaLnBrk="1" hangingPunct="1"/>
            <a:r>
              <a:rPr lang="es-ES_tradnl" sz="2400" smtClean="0"/>
              <a:t>Utiliza los conectores externos del equipo para comunicarse con la impresora.</a:t>
            </a:r>
            <a:endParaRPr lang="es-ES" sz="2400" smtClean="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1 Título"/>
          <p:cNvSpPr>
            <a:spLocks noGrp="1"/>
          </p:cNvSpPr>
          <p:nvPr>
            <p:ph type="title"/>
          </p:nvPr>
        </p:nvSpPr>
        <p:spPr/>
        <p:txBody>
          <a:bodyPr/>
          <a:lstStyle/>
          <a:p>
            <a:r>
              <a:rPr lang="es-ES" sz="4000" smtClean="0"/>
              <a:t>3.3 INICIAR, DETENER Y CONFI-GURAR SERVICIOS</a:t>
            </a:r>
          </a:p>
        </p:txBody>
      </p:sp>
      <p:sp>
        <p:nvSpPr>
          <p:cNvPr id="28674" name="2 Marcador de contenido"/>
          <p:cNvSpPr>
            <a:spLocks noGrp="1"/>
          </p:cNvSpPr>
          <p:nvPr>
            <p:ph sz="half" idx="1"/>
          </p:nvPr>
        </p:nvSpPr>
        <p:spPr>
          <a:xfrm>
            <a:off x="428625" y="1428750"/>
            <a:ext cx="5072063" cy="4591050"/>
          </a:xfrm>
        </p:spPr>
        <p:txBody>
          <a:bodyPr/>
          <a:lstStyle/>
          <a:p>
            <a:r>
              <a:rPr lang="es-ES" smtClean="0"/>
              <a:t>Para gestionar los servicios de nuestro sistema:</a:t>
            </a:r>
          </a:p>
          <a:p>
            <a:pPr>
              <a:buFont typeface="Wingdings" pitchFamily="2" charset="2"/>
              <a:buNone/>
            </a:pPr>
            <a:r>
              <a:rPr lang="es-ES" smtClean="0"/>
              <a:t>	</a:t>
            </a:r>
            <a:r>
              <a:rPr lang="es-ES" sz="2400" i="1" smtClean="0"/>
              <a:t>Panel de control + Herramientas Administrativas + Servicios</a:t>
            </a:r>
          </a:p>
          <a:p>
            <a:r>
              <a:rPr lang="es-ES" smtClean="0"/>
              <a:t>Al instalar programas, se añaden nuevos servicios al sistema que harán que estos programas puedan ejecutarse y realizar sus funciones.</a:t>
            </a:r>
          </a:p>
        </p:txBody>
      </p:sp>
      <p:pic>
        <p:nvPicPr>
          <p:cNvPr id="28675" name="Picture 2"/>
          <p:cNvPicPr>
            <a:picLocks noGrp="1" noChangeAspect="1" noChangeArrowheads="1"/>
          </p:cNvPicPr>
          <p:nvPr>
            <p:ph sz="half" idx="2"/>
          </p:nvPr>
        </p:nvPicPr>
        <p:blipFill>
          <a:blip r:embed="rId2"/>
          <a:srcRect/>
          <a:stretch>
            <a:fillRect/>
          </a:stretch>
        </p:blipFill>
        <p:spPr>
          <a:xfrm>
            <a:off x="5364163" y="1700213"/>
            <a:ext cx="3600450" cy="4537075"/>
          </a:xfr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1 Título"/>
          <p:cNvSpPr>
            <a:spLocks noGrp="1"/>
          </p:cNvSpPr>
          <p:nvPr>
            <p:ph type="title"/>
          </p:nvPr>
        </p:nvSpPr>
        <p:spPr>
          <a:xfrm>
            <a:off x="195263" y="228600"/>
            <a:ext cx="8337550" cy="914400"/>
          </a:xfrm>
        </p:spPr>
        <p:txBody>
          <a:bodyPr/>
          <a:lstStyle/>
          <a:p>
            <a:r>
              <a:rPr lang="es-ES" sz="4000" smtClean="0"/>
              <a:t>3.3 INICIAR, DETENER Y CONFI-GURAR SERVICIOS</a:t>
            </a:r>
          </a:p>
        </p:txBody>
      </p:sp>
      <p:sp>
        <p:nvSpPr>
          <p:cNvPr id="29698" name="2 Marcador de contenido"/>
          <p:cNvSpPr>
            <a:spLocks noGrp="1"/>
          </p:cNvSpPr>
          <p:nvPr>
            <p:ph sz="half" idx="1"/>
          </p:nvPr>
        </p:nvSpPr>
        <p:spPr>
          <a:xfrm>
            <a:off x="428625" y="1428750"/>
            <a:ext cx="5214938" cy="4591050"/>
          </a:xfrm>
        </p:spPr>
        <p:txBody>
          <a:bodyPr/>
          <a:lstStyle/>
          <a:p>
            <a:r>
              <a:rPr lang="es-ES" smtClean="0"/>
              <a:t>Detener un servicio: dejará de funcionar en esta sesión de trabajo.</a:t>
            </a:r>
          </a:p>
          <a:p>
            <a:r>
              <a:rPr lang="es-ES" smtClean="0"/>
              <a:t>Iniciar un servicio: Si al arrancar el sistema el servicio no está funcionando, lo arrancará.</a:t>
            </a:r>
          </a:p>
          <a:p>
            <a:r>
              <a:rPr lang="es-ES" smtClean="0"/>
              <a:t>Reanudar y Pausar un servicio: Lo usaremos puntualmente para realizar una prueba.</a:t>
            </a:r>
          </a:p>
        </p:txBody>
      </p:sp>
      <p:pic>
        <p:nvPicPr>
          <p:cNvPr id="29699" name="Picture 3"/>
          <p:cNvPicPr>
            <a:picLocks noGrp="1" noChangeAspect="1" noChangeArrowheads="1"/>
          </p:cNvPicPr>
          <p:nvPr>
            <p:ph sz="half" idx="2"/>
          </p:nvPr>
        </p:nvPicPr>
        <p:blipFill>
          <a:blip r:embed="rId2"/>
          <a:srcRect/>
          <a:stretch>
            <a:fillRect/>
          </a:stretch>
        </p:blipFill>
        <p:spPr>
          <a:xfrm>
            <a:off x="5648325" y="1628775"/>
            <a:ext cx="2881313" cy="4464050"/>
          </a:xfr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1 Título"/>
          <p:cNvSpPr>
            <a:spLocks noGrp="1"/>
          </p:cNvSpPr>
          <p:nvPr>
            <p:ph type="title"/>
          </p:nvPr>
        </p:nvSpPr>
        <p:spPr/>
        <p:txBody>
          <a:bodyPr/>
          <a:lstStyle/>
          <a:p>
            <a:r>
              <a:rPr lang="es-ES" sz="4000" smtClean="0"/>
              <a:t>3.3 INICIAR, DETENER Y CONFI-GURAR SERVICIOS</a:t>
            </a:r>
          </a:p>
        </p:txBody>
      </p:sp>
      <p:sp>
        <p:nvSpPr>
          <p:cNvPr id="30722" name="2 Marcador de contenido"/>
          <p:cNvSpPr>
            <a:spLocks noGrp="1"/>
          </p:cNvSpPr>
          <p:nvPr>
            <p:ph sz="half" idx="1"/>
          </p:nvPr>
        </p:nvSpPr>
        <p:spPr>
          <a:xfrm>
            <a:off x="428625" y="1428750"/>
            <a:ext cx="5080000" cy="4953000"/>
          </a:xfrm>
        </p:spPr>
        <p:txBody>
          <a:bodyPr/>
          <a:lstStyle/>
          <a:p>
            <a:r>
              <a:rPr lang="es-ES_tradnl" sz="2400" u="sng" smtClean="0"/>
              <a:t>Tipo de inicio</a:t>
            </a:r>
            <a:r>
              <a:rPr lang="es-ES_tradnl" sz="2400" smtClean="0"/>
              <a:t>: Indicaremos si el servicio queremos que se inicie de forma automática al iniciar el sistema, si lo queremos activar manualmente o si queremos deshabilitarlo.</a:t>
            </a:r>
          </a:p>
          <a:p>
            <a:r>
              <a:rPr lang="es-ES_tradnl" sz="2400" u="sng" smtClean="0"/>
              <a:t>Pestaña Dependencias</a:t>
            </a:r>
            <a:r>
              <a:rPr lang="es-ES_tradnl" sz="2400" smtClean="0"/>
              <a:t>: Podremos ver si el servicio depende de otros o si de él dependen otros. Si detenemos un servicio, los que dependan de él también se detendrán.</a:t>
            </a:r>
          </a:p>
        </p:txBody>
      </p:sp>
      <p:pic>
        <p:nvPicPr>
          <p:cNvPr id="30723" name="Picture 2"/>
          <p:cNvPicPr>
            <a:picLocks noGrp="1" noChangeAspect="1" noChangeArrowheads="1"/>
          </p:cNvPicPr>
          <p:nvPr>
            <p:ph sz="half" idx="2"/>
          </p:nvPr>
        </p:nvPicPr>
        <p:blipFill>
          <a:blip r:embed="rId2"/>
          <a:srcRect/>
          <a:stretch>
            <a:fillRect/>
          </a:stretch>
        </p:blipFill>
        <p:spPr>
          <a:xfrm>
            <a:off x="5651500" y="1484313"/>
            <a:ext cx="2932113" cy="2232025"/>
          </a:xfrm>
        </p:spPr>
      </p:pic>
      <p:pic>
        <p:nvPicPr>
          <p:cNvPr id="30724" name="Picture 3"/>
          <p:cNvPicPr>
            <a:picLocks noChangeAspect="1" noChangeArrowheads="1"/>
          </p:cNvPicPr>
          <p:nvPr/>
        </p:nvPicPr>
        <p:blipFill>
          <a:blip r:embed="rId3"/>
          <a:srcRect/>
          <a:stretch>
            <a:fillRect/>
          </a:stretch>
        </p:blipFill>
        <p:spPr bwMode="auto">
          <a:xfrm>
            <a:off x="5651500" y="3860800"/>
            <a:ext cx="3074988" cy="2314575"/>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1 Título"/>
          <p:cNvSpPr>
            <a:spLocks noGrp="1"/>
          </p:cNvSpPr>
          <p:nvPr>
            <p:ph type="title" idx="4294967295"/>
          </p:nvPr>
        </p:nvSpPr>
        <p:spPr/>
        <p:txBody>
          <a:bodyPr/>
          <a:lstStyle/>
          <a:p>
            <a:pPr eaLnBrk="1" hangingPunct="1"/>
            <a:r>
              <a:rPr lang="es-ES_tradnl" dirty="0" smtClean="0"/>
              <a:t>4. AUTOMATIZACIÓN DE LAS TAREAS DEL SISTEMA</a:t>
            </a:r>
            <a:endParaRPr lang="es-ES" dirty="0" smtClean="0"/>
          </a:p>
        </p:txBody>
      </p:sp>
      <p:sp>
        <p:nvSpPr>
          <p:cNvPr id="62467" name="2 Marcador de contenido"/>
          <p:cNvSpPr>
            <a:spLocks noGrp="1"/>
          </p:cNvSpPr>
          <p:nvPr>
            <p:ph idx="4294967295"/>
          </p:nvPr>
        </p:nvSpPr>
        <p:spPr/>
        <p:txBody>
          <a:bodyPr/>
          <a:lstStyle/>
          <a:p>
            <a:pPr eaLnBrk="1" hangingPunct="1"/>
            <a:r>
              <a:rPr lang="es-ES_tradnl" smtClean="0"/>
              <a:t>En todos los Sistemas Operativos es posible automatizar la ejecución de determinadas tareas.</a:t>
            </a:r>
          </a:p>
          <a:p>
            <a:pPr eaLnBrk="1" hangingPunct="1"/>
            <a:r>
              <a:rPr lang="es-ES_tradnl" smtClean="0"/>
              <a:t>Las tareas se programan cuando queremos usar programas específicos con una frecuencia determinada de acuerdo a la programación elegida.</a:t>
            </a:r>
            <a:endParaRPr lang="es-ES" smtClean="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1 Título"/>
          <p:cNvSpPr>
            <a:spLocks noGrp="1"/>
          </p:cNvSpPr>
          <p:nvPr>
            <p:ph type="title"/>
          </p:nvPr>
        </p:nvSpPr>
        <p:spPr/>
        <p:txBody>
          <a:bodyPr/>
          <a:lstStyle/>
          <a:p>
            <a:r>
              <a:rPr lang="es-ES_tradnl" sz="3600" dirty="0" smtClean="0"/>
              <a:t>4.1 PROGRAMACIÓN DE TAREAS EN WINDOWS SERVER 2012</a:t>
            </a:r>
            <a:endParaRPr lang="es-ES" sz="3600" dirty="0" smtClean="0"/>
          </a:p>
        </p:txBody>
      </p:sp>
      <p:sp>
        <p:nvSpPr>
          <p:cNvPr id="63491" name="2 Marcador de contenido"/>
          <p:cNvSpPr>
            <a:spLocks noGrp="1"/>
          </p:cNvSpPr>
          <p:nvPr>
            <p:ph sz="half" idx="1"/>
          </p:nvPr>
        </p:nvSpPr>
        <p:spPr>
          <a:xfrm>
            <a:off x="468313" y="1412875"/>
            <a:ext cx="8207375" cy="1468438"/>
          </a:xfrm>
        </p:spPr>
        <p:txBody>
          <a:bodyPr/>
          <a:lstStyle/>
          <a:p>
            <a:r>
              <a:rPr lang="es-ES_tradnl" i="1" dirty="0" smtClean="0"/>
              <a:t>Herramientas + Programador de Tareas</a:t>
            </a:r>
            <a:endParaRPr lang="es-ES" i="1" dirty="0" smtClean="0"/>
          </a:p>
        </p:txBody>
      </p:sp>
      <p:pic>
        <p:nvPicPr>
          <p:cNvPr id="63492" name="Picture 2"/>
          <p:cNvPicPr>
            <a:picLocks noGrp="1" noChangeAspect="1" noChangeArrowheads="1"/>
          </p:cNvPicPr>
          <p:nvPr>
            <p:ph sz="half" idx="2"/>
          </p:nvPr>
        </p:nvPicPr>
        <p:blipFill>
          <a:blip r:embed="rId2"/>
          <a:srcRect/>
          <a:stretch>
            <a:fillRect/>
          </a:stretch>
        </p:blipFill>
        <p:spPr>
          <a:xfrm>
            <a:off x="214282" y="2000240"/>
            <a:ext cx="8715436" cy="4572032"/>
          </a:xfr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1 Título"/>
          <p:cNvSpPr>
            <a:spLocks noGrp="1"/>
          </p:cNvSpPr>
          <p:nvPr>
            <p:ph type="title"/>
          </p:nvPr>
        </p:nvSpPr>
        <p:spPr/>
        <p:txBody>
          <a:bodyPr/>
          <a:lstStyle/>
          <a:p>
            <a:r>
              <a:rPr lang="es-ES_tradnl" sz="3600" dirty="0" smtClean="0"/>
              <a:t>4.1 PROGRAMACIÓN DE TAREAS EN WINDOWS SERVER 2012</a:t>
            </a:r>
            <a:endParaRPr lang="es-ES" sz="3600" dirty="0" smtClean="0"/>
          </a:p>
        </p:txBody>
      </p:sp>
      <p:sp>
        <p:nvSpPr>
          <p:cNvPr id="64515" name="2 Marcador de contenido"/>
          <p:cNvSpPr>
            <a:spLocks noGrp="1"/>
          </p:cNvSpPr>
          <p:nvPr>
            <p:ph sz="half" idx="1"/>
          </p:nvPr>
        </p:nvSpPr>
        <p:spPr>
          <a:xfrm>
            <a:off x="468313" y="1341438"/>
            <a:ext cx="8207375" cy="1468437"/>
          </a:xfrm>
        </p:spPr>
        <p:txBody>
          <a:bodyPr/>
          <a:lstStyle/>
          <a:p>
            <a:pPr marL="514350" indent="-514350">
              <a:buFont typeface="Arial" charset="0"/>
              <a:buAutoNum type="arabicPeriod"/>
            </a:pPr>
            <a:r>
              <a:rPr lang="es-ES_tradnl" b="1" i="1" u="sng" smtClean="0"/>
              <a:t>Menú de Acciones</a:t>
            </a:r>
            <a:r>
              <a:rPr lang="es-ES_tradnl" i="1" smtClean="0"/>
              <a:t>: Donde podremos realizar todas las acciones relacionadas con esta herramienta.</a:t>
            </a:r>
          </a:p>
          <a:p>
            <a:pPr marL="514350" indent="-514350">
              <a:buFont typeface="Arial" charset="0"/>
              <a:buAutoNum type="arabicPeriod"/>
            </a:pPr>
            <a:r>
              <a:rPr lang="es-ES_tradnl" b="1" i="1" u="sng" smtClean="0"/>
              <a:t>Resumen de la programación de tareas</a:t>
            </a:r>
            <a:r>
              <a:rPr lang="es-ES_tradnl" i="1" smtClean="0"/>
              <a:t>: Podemos ver en la parte central de la ventna que se nos muestra un resumen de las tareas activas, del estado de las tareas como última ejecución de cada una de ellas, etc.</a:t>
            </a:r>
          </a:p>
          <a:p>
            <a:pPr marL="514350" indent="-514350">
              <a:buFont typeface="Arial" charset="0"/>
              <a:buAutoNum type="arabicPeriod"/>
            </a:pPr>
            <a:r>
              <a:rPr lang="es-ES_tradnl" b="1" i="1" u="sng" smtClean="0"/>
              <a:t>Ventana de acciones</a:t>
            </a:r>
            <a:r>
              <a:rPr lang="es-ES_tradnl" i="1" smtClean="0"/>
              <a:t>: Desde donde realizaremos las acciones específicas para programar y configurar las tareas deseadas.</a:t>
            </a:r>
            <a:endParaRPr lang="es-ES" i="1" smtClean="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1 Título"/>
          <p:cNvSpPr>
            <a:spLocks noGrp="1"/>
          </p:cNvSpPr>
          <p:nvPr>
            <p:ph type="title"/>
          </p:nvPr>
        </p:nvSpPr>
        <p:spPr/>
        <p:txBody>
          <a:bodyPr/>
          <a:lstStyle/>
          <a:p>
            <a:r>
              <a:rPr lang="es-ES_tradnl" sz="3600" dirty="0" smtClean="0"/>
              <a:t>4.1 PROGRAMACIÓN DE TAREAS EN WINDOWS SERVER 2012</a:t>
            </a:r>
            <a:endParaRPr lang="es-ES" sz="3600" dirty="0" smtClean="0"/>
          </a:p>
        </p:txBody>
      </p:sp>
      <p:sp>
        <p:nvSpPr>
          <p:cNvPr id="65539" name="3 Marcador de contenido"/>
          <p:cNvSpPr>
            <a:spLocks noGrp="1"/>
          </p:cNvSpPr>
          <p:nvPr>
            <p:ph sz="half" idx="2"/>
          </p:nvPr>
        </p:nvSpPr>
        <p:spPr>
          <a:xfrm>
            <a:off x="468313" y="1412875"/>
            <a:ext cx="8066087" cy="4419600"/>
          </a:xfrm>
        </p:spPr>
        <p:txBody>
          <a:bodyPr/>
          <a:lstStyle/>
          <a:p>
            <a:r>
              <a:rPr lang="es-ES_tradnl" smtClean="0"/>
              <a:t>Para programa una tarea:</a:t>
            </a:r>
            <a:endParaRPr lang="es-ES" smtClean="0"/>
          </a:p>
          <a:p>
            <a:pPr algn="ctr">
              <a:buFont typeface="Wingdings" pitchFamily="2" charset="2"/>
              <a:buNone/>
            </a:pPr>
            <a:r>
              <a:rPr lang="es-ES_tradnl" sz="2400" i="1" smtClean="0"/>
              <a:t>Menú Acción + Crear tarea básica</a:t>
            </a:r>
          </a:p>
          <a:p>
            <a:pPr algn="ctr">
              <a:buFont typeface="Wingdings" pitchFamily="2" charset="2"/>
              <a:buNone/>
            </a:pPr>
            <a:endParaRPr lang="es-ES_tradnl" sz="2400" i="1" smtClean="0"/>
          </a:p>
          <a:p>
            <a:pPr algn="ctr">
              <a:buFont typeface="Wingdings" pitchFamily="2" charset="2"/>
              <a:buNone/>
            </a:pPr>
            <a:endParaRPr lang="es-ES_tradnl" sz="2400" i="1" smtClean="0"/>
          </a:p>
          <a:p>
            <a:pPr algn="ctr">
              <a:buFont typeface="Wingdings" pitchFamily="2" charset="2"/>
              <a:buNone/>
            </a:pPr>
            <a:endParaRPr lang="es-ES_tradnl" sz="2400" i="1" smtClean="0"/>
          </a:p>
          <a:p>
            <a:pPr algn="ctr">
              <a:buFont typeface="Wingdings" pitchFamily="2" charset="2"/>
              <a:buNone/>
            </a:pPr>
            <a:endParaRPr lang="es-ES_tradnl" sz="2400" i="1" smtClean="0"/>
          </a:p>
          <a:p>
            <a:pPr algn="ctr">
              <a:buFont typeface="Wingdings" pitchFamily="2" charset="2"/>
              <a:buNone/>
            </a:pPr>
            <a:endParaRPr lang="es-ES_tradnl" sz="2400" i="1" smtClean="0"/>
          </a:p>
        </p:txBody>
      </p:sp>
      <p:pic>
        <p:nvPicPr>
          <p:cNvPr id="32770" name="Picture 2"/>
          <p:cNvPicPr>
            <a:picLocks noGrp="1" noChangeAspect="1" noChangeArrowheads="1"/>
          </p:cNvPicPr>
          <p:nvPr>
            <p:ph sz="half" idx="1"/>
          </p:nvPr>
        </p:nvPicPr>
        <p:blipFill>
          <a:blip r:embed="rId2"/>
          <a:srcRect/>
          <a:stretch>
            <a:fillRect/>
          </a:stretch>
        </p:blipFill>
        <p:spPr bwMode="auto">
          <a:xfrm>
            <a:off x="1857356" y="2357430"/>
            <a:ext cx="5376508" cy="3755260"/>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1 Título"/>
          <p:cNvSpPr>
            <a:spLocks noGrp="1"/>
          </p:cNvSpPr>
          <p:nvPr>
            <p:ph type="title"/>
          </p:nvPr>
        </p:nvSpPr>
        <p:spPr>
          <a:xfrm>
            <a:off x="195263" y="228600"/>
            <a:ext cx="8948737" cy="914400"/>
          </a:xfrm>
        </p:spPr>
        <p:txBody>
          <a:bodyPr/>
          <a:lstStyle/>
          <a:p>
            <a:r>
              <a:rPr lang="es-ES_tradnl" sz="3200" dirty="0" smtClean="0"/>
              <a:t>4.1 PASOS PARA LA PROGRAMACIÓN DE TAREAS EN WINDOWS SERVER 2012</a:t>
            </a:r>
            <a:endParaRPr lang="es-ES" sz="3200" dirty="0" smtClean="0"/>
          </a:p>
        </p:txBody>
      </p:sp>
      <p:sp>
        <p:nvSpPr>
          <p:cNvPr id="66563" name="3 Marcador de contenido"/>
          <p:cNvSpPr>
            <a:spLocks noGrp="1"/>
          </p:cNvSpPr>
          <p:nvPr>
            <p:ph sz="half" idx="2"/>
          </p:nvPr>
        </p:nvSpPr>
        <p:spPr>
          <a:xfrm>
            <a:off x="323850" y="1628775"/>
            <a:ext cx="8210550" cy="4419600"/>
          </a:xfrm>
        </p:spPr>
        <p:txBody>
          <a:bodyPr/>
          <a:lstStyle/>
          <a:p>
            <a:r>
              <a:rPr lang="es-ES_tradnl" b="1" u="sng" smtClean="0"/>
              <a:t>Crear tarea básica</a:t>
            </a:r>
            <a:r>
              <a:rPr lang="es-ES_tradnl" smtClean="0"/>
              <a:t>: Escribir el nombre y descripción de la tarea.</a:t>
            </a:r>
          </a:p>
          <a:p>
            <a:endParaRPr lang="es-ES_tradnl" smtClean="0"/>
          </a:p>
          <a:p>
            <a:endParaRPr lang="es-ES_tradnl" smtClean="0"/>
          </a:p>
        </p:txBody>
      </p:sp>
      <p:pic>
        <p:nvPicPr>
          <p:cNvPr id="33795" name="Picture 3"/>
          <p:cNvPicPr>
            <a:picLocks noChangeAspect="1" noChangeArrowheads="1"/>
          </p:cNvPicPr>
          <p:nvPr/>
        </p:nvPicPr>
        <p:blipFill>
          <a:blip r:embed="rId2"/>
          <a:srcRect/>
          <a:stretch>
            <a:fillRect/>
          </a:stretch>
        </p:blipFill>
        <p:spPr bwMode="auto">
          <a:xfrm>
            <a:off x="1142976" y="2786058"/>
            <a:ext cx="6753225" cy="25431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1 Título"/>
          <p:cNvSpPr>
            <a:spLocks noGrp="1"/>
          </p:cNvSpPr>
          <p:nvPr>
            <p:ph type="title"/>
          </p:nvPr>
        </p:nvSpPr>
        <p:spPr>
          <a:xfrm>
            <a:off x="195263" y="228600"/>
            <a:ext cx="8948737" cy="914400"/>
          </a:xfrm>
        </p:spPr>
        <p:txBody>
          <a:bodyPr/>
          <a:lstStyle/>
          <a:p>
            <a:r>
              <a:rPr lang="es-ES_tradnl" sz="3200" dirty="0" smtClean="0"/>
              <a:t>4.1 PASOS PARA LA PROGRAMACIÓN DE TAREAS EN WINDOWS SERVER 2012</a:t>
            </a:r>
            <a:endParaRPr lang="es-ES" sz="3200" dirty="0" smtClean="0"/>
          </a:p>
        </p:txBody>
      </p:sp>
      <p:sp>
        <p:nvSpPr>
          <p:cNvPr id="67587" name="3 Marcador de contenido"/>
          <p:cNvSpPr>
            <a:spLocks noGrp="1"/>
          </p:cNvSpPr>
          <p:nvPr>
            <p:ph sz="half" idx="2"/>
          </p:nvPr>
        </p:nvSpPr>
        <p:spPr>
          <a:xfrm>
            <a:off x="323850" y="1412875"/>
            <a:ext cx="8210550" cy="4419600"/>
          </a:xfrm>
        </p:spPr>
        <p:txBody>
          <a:bodyPr/>
          <a:lstStyle/>
          <a:p>
            <a:r>
              <a:rPr lang="es-ES_tradnl" b="1" u="sng" dirty="0" smtClean="0"/>
              <a:t>Desencadenador</a:t>
            </a:r>
            <a:r>
              <a:rPr lang="es-ES_tradnl" dirty="0" smtClean="0"/>
              <a:t>: Indicaremos cuándo o debido a qué queremos que se ejecute la tarea:</a:t>
            </a:r>
          </a:p>
          <a:p>
            <a:pPr lvl="1"/>
            <a:r>
              <a:rPr lang="es-ES_tradnl" dirty="0" smtClean="0"/>
              <a:t>Basado en calendario</a:t>
            </a:r>
          </a:p>
          <a:p>
            <a:pPr lvl="1"/>
            <a:endParaRPr lang="es-ES_tradnl" dirty="0" smtClean="0"/>
          </a:p>
          <a:p>
            <a:pPr lvl="1"/>
            <a:endParaRPr lang="es-ES_tradnl" dirty="0" smtClean="0"/>
          </a:p>
          <a:p>
            <a:pPr lvl="1"/>
            <a:endParaRPr lang="es-ES_tradnl" dirty="0" smtClean="0"/>
          </a:p>
          <a:p>
            <a:pPr lvl="1"/>
            <a:endParaRPr lang="es-ES_tradnl" dirty="0" smtClean="0"/>
          </a:p>
          <a:p>
            <a:pPr lvl="1"/>
            <a:r>
              <a:rPr lang="es-ES_tradnl" dirty="0" smtClean="0"/>
              <a:t>Basado en eventos</a:t>
            </a:r>
          </a:p>
        </p:txBody>
      </p:sp>
      <p:pic>
        <p:nvPicPr>
          <p:cNvPr id="34818" name="Picture 2"/>
          <p:cNvPicPr>
            <a:picLocks noChangeAspect="1" noChangeArrowheads="1"/>
          </p:cNvPicPr>
          <p:nvPr/>
        </p:nvPicPr>
        <p:blipFill>
          <a:blip r:embed="rId2"/>
          <a:srcRect/>
          <a:stretch>
            <a:fillRect/>
          </a:stretch>
        </p:blipFill>
        <p:spPr bwMode="auto">
          <a:xfrm>
            <a:off x="642910" y="2786058"/>
            <a:ext cx="3114933" cy="1728788"/>
          </a:xfrm>
          <a:prstGeom prst="rect">
            <a:avLst/>
          </a:prstGeom>
          <a:noFill/>
          <a:ln w="9525">
            <a:noFill/>
            <a:miter lim="800000"/>
            <a:headEnd/>
            <a:tailEnd/>
          </a:ln>
          <a:effectLst/>
        </p:spPr>
      </p:pic>
      <p:pic>
        <p:nvPicPr>
          <p:cNvPr id="34819" name="Picture 3"/>
          <p:cNvPicPr>
            <a:picLocks noChangeAspect="1" noChangeArrowheads="1"/>
          </p:cNvPicPr>
          <p:nvPr/>
        </p:nvPicPr>
        <p:blipFill>
          <a:blip r:embed="rId3"/>
          <a:srcRect/>
          <a:stretch>
            <a:fillRect/>
          </a:stretch>
        </p:blipFill>
        <p:spPr bwMode="auto">
          <a:xfrm>
            <a:off x="4000496" y="2786058"/>
            <a:ext cx="4314834" cy="1648592"/>
          </a:xfrm>
          <a:prstGeom prst="rect">
            <a:avLst/>
          </a:prstGeom>
          <a:noFill/>
          <a:ln w="9525">
            <a:noFill/>
            <a:miter lim="800000"/>
            <a:headEnd/>
            <a:tailEnd/>
          </a:ln>
          <a:effectLst/>
        </p:spPr>
      </p:pic>
      <p:pic>
        <p:nvPicPr>
          <p:cNvPr id="34820" name="Picture 4"/>
          <p:cNvPicPr>
            <a:picLocks noChangeAspect="1" noChangeArrowheads="1"/>
          </p:cNvPicPr>
          <p:nvPr/>
        </p:nvPicPr>
        <p:blipFill>
          <a:blip r:embed="rId4"/>
          <a:srcRect/>
          <a:stretch>
            <a:fillRect/>
          </a:stretch>
        </p:blipFill>
        <p:spPr bwMode="auto">
          <a:xfrm>
            <a:off x="4786315" y="4513450"/>
            <a:ext cx="3000396" cy="199605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1 Título"/>
          <p:cNvSpPr>
            <a:spLocks noGrp="1"/>
          </p:cNvSpPr>
          <p:nvPr>
            <p:ph type="title"/>
          </p:nvPr>
        </p:nvSpPr>
        <p:spPr>
          <a:xfrm>
            <a:off x="195263" y="228600"/>
            <a:ext cx="8948737" cy="914400"/>
          </a:xfrm>
        </p:spPr>
        <p:txBody>
          <a:bodyPr/>
          <a:lstStyle/>
          <a:p>
            <a:r>
              <a:rPr lang="es-ES_tradnl" sz="3200" dirty="0" smtClean="0"/>
              <a:t>4.1 PASOS PARA LA PROGRAMACIÓN DE TAREAS EN WINDOWS SERVER 2012</a:t>
            </a:r>
            <a:endParaRPr lang="es-ES" sz="3200" dirty="0" smtClean="0"/>
          </a:p>
        </p:txBody>
      </p:sp>
      <p:sp>
        <p:nvSpPr>
          <p:cNvPr id="68611" name="3 Marcador de contenido"/>
          <p:cNvSpPr>
            <a:spLocks noGrp="1"/>
          </p:cNvSpPr>
          <p:nvPr>
            <p:ph sz="half" idx="2"/>
          </p:nvPr>
        </p:nvSpPr>
        <p:spPr>
          <a:xfrm>
            <a:off x="539750" y="1412875"/>
            <a:ext cx="7994650" cy="4895850"/>
          </a:xfrm>
        </p:spPr>
        <p:txBody>
          <a:bodyPr/>
          <a:lstStyle/>
          <a:p>
            <a:r>
              <a:rPr lang="es-ES_tradnl" b="1" u="sng" dirty="0" smtClean="0"/>
              <a:t>Acción:</a:t>
            </a:r>
            <a:endParaRPr lang="es-ES_tradnl" dirty="0" smtClean="0"/>
          </a:p>
          <a:p>
            <a:pPr lvl="1"/>
            <a:r>
              <a:rPr lang="es-ES_tradnl" dirty="0" smtClean="0"/>
              <a:t>Ejecute un programa</a:t>
            </a:r>
          </a:p>
          <a:p>
            <a:pPr lvl="1"/>
            <a:endParaRPr lang="es-ES_tradnl" dirty="0" smtClean="0"/>
          </a:p>
          <a:p>
            <a:pPr lvl="1">
              <a:buFont typeface="Wingdings" pitchFamily="2" charset="2"/>
              <a:buNone/>
            </a:pPr>
            <a:endParaRPr lang="es-ES_tradnl" dirty="0" smtClean="0"/>
          </a:p>
          <a:p>
            <a:pPr lvl="1"/>
            <a:endParaRPr lang="es-ES_tradnl" dirty="0" smtClean="0"/>
          </a:p>
          <a:p>
            <a:pPr lvl="1"/>
            <a:endParaRPr lang="es-ES_tradnl" dirty="0" smtClean="0"/>
          </a:p>
          <a:p>
            <a:pPr lvl="1"/>
            <a:endParaRPr lang="es-ES_tradnl" dirty="0" smtClean="0"/>
          </a:p>
        </p:txBody>
      </p:sp>
      <p:pic>
        <p:nvPicPr>
          <p:cNvPr id="35842" name="Picture 2"/>
          <p:cNvPicPr>
            <a:picLocks noChangeAspect="1" noChangeArrowheads="1"/>
          </p:cNvPicPr>
          <p:nvPr/>
        </p:nvPicPr>
        <p:blipFill>
          <a:blip r:embed="rId2"/>
          <a:srcRect/>
          <a:stretch>
            <a:fillRect/>
          </a:stretch>
        </p:blipFill>
        <p:spPr bwMode="auto">
          <a:xfrm>
            <a:off x="642910" y="2786058"/>
            <a:ext cx="7937253" cy="292895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1 Título"/>
          <p:cNvSpPr>
            <a:spLocks noGrp="1"/>
          </p:cNvSpPr>
          <p:nvPr>
            <p:ph type="title"/>
          </p:nvPr>
        </p:nvSpPr>
        <p:spPr>
          <a:xfrm>
            <a:off x="195263" y="228600"/>
            <a:ext cx="8948737" cy="914400"/>
          </a:xfrm>
        </p:spPr>
        <p:txBody>
          <a:bodyPr/>
          <a:lstStyle/>
          <a:p>
            <a:r>
              <a:rPr lang="es-ES_tradnl" sz="3200" dirty="0" smtClean="0"/>
              <a:t>4.1 PASOS PARA LA PROGRAMACIÓN DE TAREAS EN WINDOWS SERVER 2012</a:t>
            </a:r>
            <a:endParaRPr lang="es-ES" sz="3200" dirty="0" smtClean="0"/>
          </a:p>
        </p:txBody>
      </p:sp>
      <p:sp>
        <p:nvSpPr>
          <p:cNvPr id="69635" name="3 Marcador de contenido"/>
          <p:cNvSpPr>
            <a:spLocks noGrp="1"/>
          </p:cNvSpPr>
          <p:nvPr>
            <p:ph sz="half" idx="2"/>
          </p:nvPr>
        </p:nvSpPr>
        <p:spPr>
          <a:xfrm>
            <a:off x="395288" y="1412875"/>
            <a:ext cx="4968875" cy="2879725"/>
          </a:xfrm>
        </p:spPr>
        <p:txBody>
          <a:bodyPr/>
          <a:lstStyle/>
          <a:p>
            <a:r>
              <a:rPr lang="es-ES_tradnl" b="1" u="sng" smtClean="0"/>
              <a:t>Finalizar: </a:t>
            </a:r>
            <a:r>
              <a:rPr lang="es-ES_tradnl" smtClean="0"/>
              <a:t>Muestra una pantalla resumen de la tarea programada.</a:t>
            </a:r>
          </a:p>
          <a:p>
            <a:r>
              <a:rPr lang="es-ES_tradnl" smtClean="0"/>
              <a:t>Si no marcamos la casilla de verificación habremos acabado.</a:t>
            </a:r>
          </a:p>
          <a:p>
            <a:r>
              <a:rPr lang="es-ES_tradnl" smtClean="0"/>
              <a:t>Si la marcamos se abrirá un cuadro de diálogo donde podremos modificar lo que acabamos de hacer.</a:t>
            </a:r>
          </a:p>
        </p:txBody>
      </p:sp>
      <p:pic>
        <p:nvPicPr>
          <p:cNvPr id="36866" name="Picture 2"/>
          <p:cNvPicPr>
            <a:picLocks noChangeAspect="1" noChangeArrowheads="1"/>
          </p:cNvPicPr>
          <p:nvPr/>
        </p:nvPicPr>
        <p:blipFill>
          <a:blip r:embed="rId2"/>
          <a:srcRect/>
          <a:stretch>
            <a:fillRect/>
          </a:stretch>
        </p:blipFill>
        <p:spPr bwMode="auto">
          <a:xfrm>
            <a:off x="5429256" y="1500174"/>
            <a:ext cx="3148010" cy="2193797"/>
          </a:xfrm>
          <a:prstGeom prst="rect">
            <a:avLst/>
          </a:prstGeom>
          <a:noFill/>
          <a:ln w="9525">
            <a:noFill/>
            <a:miter lim="800000"/>
            <a:headEnd/>
            <a:tailEnd/>
          </a:ln>
          <a:effectLst/>
        </p:spPr>
      </p:pic>
      <p:pic>
        <p:nvPicPr>
          <p:cNvPr id="36867" name="Picture 3"/>
          <p:cNvPicPr>
            <a:picLocks noChangeAspect="1" noChangeArrowheads="1"/>
          </p:cNvPicPr>
          <p:nvPr/>
        </p:nvPicPr>
        <p:blipFill>
          <a:blip r:embed="rId3"/>
          <a:srcRect/>
          <a:stretch>
            <a:fillRect/>
          </a:stretch>
        </p:blipFill>
        <p:spPr bwMode="auto">
          <a:xfrm>
            <a:off x="5429256" y="4000504"/>
            <a:ext cx="3433797" cy="259395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1 Título"/>
          <p:cNvSpPr>
            <a:spLocks noGrp="1"/>
          </p:cNvSpPr>
          <p:nvPr>
            <p:ph type="title"/>
          </p:nvPr>
        </p:nvSpPr>
        <p:spPr/>
        <p:txBody>
          <a:bodyPr/>
          <a:lstStyle/>
          <a:p>
            <a:r>
              <a:rPr lang="es-ES_tradnl" sz="3200" dirty="0" smtClean="0"/>
              <a:t>4.1 PROGRAMACIÓN DE TAREAS EN WINDOWS SERVER 2012</a:t>
            </a:r>
            <a:endParaRPr lang="es-ES" sz="3200" dirty="0" smtClean="0"/>
          </a:p>
        </p:txBody>
      </p:sp>
      <p:sp>
        <p:nvSpPr>
          <p:cNvPr id="70659" name="2 Marcador de contenido"/>
          <p:cNvSpPr>
            <a:spLocks noGrp="1"/>
          </p:cNvSpPr>
          <p:nvPr>
            <p:ph sz="half" idx="1"/>
          </p:nvPr>
        </p:nvSpPr>
        <p:spPr>
          <a:xfrm>
            <a:off x="395288" y="1412875"/>
            <a:ext cx="4897437" cy="2808288"/>
          </a:xfrm>
        </p:spPr>
        <p:txBody>
          <a:bodyPr/>
          <a:lstStyle/>
          <a:p>
            <a:r>
              <a:rPr lang="es-ES_tradnl" smtClean="0"/>
              <a:t>Terminada la programación de la tarea veremos que se nos muestra en la pantalla.</a:t>
            </a:r>
          </a:p>
          <a:p>
            <a:r>
              <a:rPr lang="es-ES_tradnl" smtClean="0"/>
              <a:t>Si hacemos doble clic sobre ella, podremos modificarla.</a:t>
            </a:r>
          </a:p>
        </p:txBody>
      </p:sp>
      <p:sp>
        <p:nvSpPr>
          <p:cNvPr id="6" name="2 Marcador de contenido"/>
          <p:cNvSpPr txBox="1">
            <a:spLocks/>
          </p:cNvSpPr>
          <p:nvPr/>
        </p:nvSpPr>
        <p:spPr bwMode="auto">
          <a:xfrm>
            <a:off x="395288" y="4076700"/>
            <a:ext cx="6985000" cy="4419600"/>
          </a:xfrm>
          <a:prstGeom prst="rect">
            <a:avLst/>
          </a:prstGeom>
          <a:noFill/>
          <a:ln w="9525">
            <a:noFill/>
            <a:miter lim="800000"/>
            <a:headEnd/>
            <a:tailEnd/>
          </a:ln>
        </p:spPr>
        <p:txBody>
          <a:bodyPr/>
          <a:lstStyle/>
          <a:p>
            <a:pPr marL="342900" indent="-342900" eaLnBrk="0" hangingPunct="0">
              <a:spcBef>
                <a:spcPct val="20000"/>
              </a:spcBef>
              <a:buClr>
                <a:schemeClr val="hlink"/>
              </a:buClr>
              <a:buSzPct val="80000"/>
              <a:buFont typeface="Wingdings" pitchFamily="2" charset="2"/>
              <a:buChar char="l"/>
              <a:defRPr/>
            </a:pPr>
            <a:r>
              <a:rPr lang="es-ES_tradnl" sz="2800" kern="0" dirty="0">
                <a:latin typeface="+mn-lt"/>
                <a:cs typeface="+mn-cs"/>
              </a:rPr>
              <a:t>En la parte derecha de la pantalla aparecen nuevos botones que nos permiten ejecutar la tarea, deshabilitarla, ver sus propiedades o eliminarla.</a:t>
            </a:r>
            <a:endParaRPr lang="es-ES" sz="2800" kern="0" dirty="0">
              <a:latin typeface="+mn-lt"/>
              <a:cs typeface="+mn-cs"/>
            </a:endParaRPr>
          </a:p>
        </p:txBody>
      </p:sp>
      <p:pic>
        <p:nvPicPr>
          <p:cNvPr id="37890" name="Picture 2"/>
          <p:cNvPicPr>
            <a:picLocks noGrp="1" noChangeAspect="1" noChangeArrowheads="1"/>
          </p:cNvPicPr>
          <p:nvPr>
            <p:ph sz="half" idx="2"/>
          </p:nvPr>
        </p:nvPicPr>
        <p:blipFill>
          <a:blip r:embed="rId2"/>
          <a:srcRect/>
          <a:stretch>
            <a:fillRect/>
          </a:stretch>
        </p:blipFill>
        <p:spPr bwMode="auto">
          <a:xfrm>
            <a:off x="5364163" y="1730188"/>
            <a:ext cx="3455987" cy="2245099"/>
          </a:xfrm>
          <a:prstGeom prst="rect">
            <a:avLst/>
          </a:prstGeom>
          <a:noFill/>
          <a:ln w="9525">
            <a:noFill/>
            <a:miter lim="800000"/>
            <a:headEnd/>
            <a:tailEnd/>
          </a:ln>
          <a:effectLst/>
        </p:spPr>
      </p:pic>
      <p:pic>
        <p:nvPicPr>
          <p:cNvPr id="37891" name="Picture 3"/>
          <p:cNvPicPr>
            <a:picLocks noChangeAspect="1" noChangeArrowheads="1"/>
          </p:cNvPicPr>
          <p:nvPr/>
        </p:nvPicPr>
        <p:blipFill>
          <a:blip r:embed="rId3"/>
          <a:srcRect/>
          <a:stretch>
            <a:fillRect/>
          </a:stretch>
        </p:blipFill>
        <p:spPr bwMode="auto">
          <a:xfrm>
            <a:off x="7358082" y="4286256"/>
            <a:ext cx="1571636" cy="19621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1 Título"/>
          <p:cNvSpPr>
            <a:spLocks noGrp="1"/>
          </p:cNvSpPr>
          <p:nvPr>
            <p:ph type="title"/>
          </p:nvPr>
        </p:nvSpPr>
        <p:spPr/>
        <p:txBody>
          <a:bodyPr/>
          <a:lstStyle/>
          <a:p>
            <a:r>
              <a:rPr lang="es-ES_tradnl" sz="3200" dirty="0" smtClean="0"/>
              <a:t>4.1 PROGRAMACIÓN DE TAREAS EN WINDOWS SERVER 2012</a:t>
            </a:r>
            <a:endParaRPr lang="es-ES" sz="3200" dirty="0" smtClean="0"/>
          </a:p>
        </p:txBody>
      </p:sp>
      <p:sp>
        <p:nvSpPr>
          <p:cNvPr id="70659" name="2 Marcador de contenido"/>
          <p:cNvSpPr>
            <a:spLocks noGrp="1"/>
          </p:cNvSpPr>
          <p:nvPr>
            <p:ph sz="half" idx="1"/>
          </p:nvPr>
        </p:nvSpPr>
        <p:spPr>
          <a:xfrm>
            <a:off x="395288" y="1412874"/>
            <a:ext cx="7993136" cy="5112469"/>
          </a:xfrm>
        </p:spPr>
        <p:txBody>
          <a:bodyPr/>
          <a:lstStyle/>
          <a:p>
            <a:r>
              <a:rPr lang="es-ES_tradnl" dirty="0" smtClean="0"/>
              <a:t>Si queremos que la tarea programada muestre un mensaje hay que hacer un script porque la acción de mostrar un mensaje está en desuso.</a:t>
            </a:r>
          </a:p>
          <a:p>
            <a:r>
              <a:rPr lang="es-ES_tradnl" dirty="0" smtClean="0"/>
              <a:t>Crearemos un fichero de texto, cuyo contenido será el siguiente:</a:t>
            </a:r>
          </a:p>
          <a:p>
            <a:endParaRPr lang="es-ES_tradnl" dirty="0"/>
          </a:p>
          <a:p>
            <a:endParaRPr lang="es-ES_tradnl" dirty="0" smtClean="0"/>
          </a:p>
          <a:p>
            <a:endParaRPr lang="es-ES_tradnl" dirty="0"/>
          </a:p>
          <a:p>
            <a:r>
              <a:rPr lang="es-ES_tradnl" dirty="0" smtClean="0"/>
              <a:t>El fichero hay que grabarlo con extensión .</a:t>
            </a:r>
            <a:r>
              <a:rPr lang="es-ES_tradnl" dirty="0" err="1" smtClean="0"/>
              <a:t>vbs</a:t>
            </a:r>
            <a:endParaRPr lang="es-ES_tradnl" dirty="0" smtClean="0"/>
          </a:p>
        </p:txBody>
      </p:sp>
      <p:pic>
        <p:nvPicPr>
          <p:cNvPr id="3" name="Imagen 2"/>
          <p:cNvPicPr>
            <a:picLocks noChangeAspect="1"/>
          </p:cNvPicPr>
          <p:nvPr/>
        </p:nvPicPr>
        <p:blipFill>
          <a:blip r:embed="rId2"/>
          <a:stretch>
            <a:fillRect/>
          </a:stretch>
        </p:blipFill>
        <p:spPr>
          <a:xfrm>
            <a:off x="1607343" y="3706813"/>
            <a:ext cx="5988993" cy="1186810"/>
          </a:xfrm>
          <a:prstGeom prst="rect">
            <a:avLst/>
          </a:prstGeom>
        </p:spPr>
      </p:pic>
    </p:spTree>
    <p:extLst>
      <p:ext uri="{BB962C8B-B14F-4D97-AF65-F5344CB8AC3E}">
        <p14:creationId xmlns:p14="http://schemas.microsoft.com/office/powerpoint/2010/main" val="311759111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1 Título"/>
          <p:cNvSpPr>
            <a:spLocks noGrp="1"/>
          </p:cNvSpPr>
          <p:nvPr>
            <p:ph type="title"/>
          </p:nvPr>
        </p:nvSpPr>
        <p:spPr/>
        <p:txBody>
          <a:bodyPr/>
          <a:lstStyle/>
          <a:p>
            <a:r>
              <a:rPr lang="es-ES_tradnl" sz="3200" dirty="0" smtClean="0"/>
              <a:t>4.1 PROGRAMACIÓN DE TAREAS EN WINDOWS SERVER 2012</a:t>
            </a:r>
            <a:endParaRPr lang="es-ES" sz="3200" dirty="0" smtClean="0"/>
          </a:p>
        </p:txBody>
      </p:sp>
      <p:sp>
        <p:nvSpPr>
          <p:cNvPr id="70659" name="2 Marcador de contenido"/>
          <p:cNvSpPr>
            <a:spLocks noGrp="1"/>
          </p:cNvSpPr>
          <p:nvPr>
            <p:ph sz="half" idx="1"/>
          </p:nvPr>
        </p:nvSpPr>
        <p:spPr>
          <a:xfrm>
            <a:off x="395288" y="1412874"/>
            <a:ext cx="7993136" cy="5112469"/>
          </a:xfrm>
        </p:spPr>
        <p:txBody>
          <a:bodyPr/>
          <a:lstStyle/>
          <a:p>
            <a:r>
              <a:rPr lang="es-ES_tradnl" dirty="0" smtClean="0"/>
              <a:t>Una vez hecho el fichero, programaré una tarea en la que se ejecute el fichero.</a:t>
            </a:r>
            <a:endParaRPr lang="es-ES_tradnl" dirty="0" smtClean="0"/>
          </a:p>
          <a:p>
            <a:endParaRPr lang="es-ES_tradnl" dirty="0"/>
          </a:p>
          <a:p>
            <a:endParaRPr lang="es-ES_tradnl" dirty="0" smtClean="0"/>
          </a:p>
          <a:p>
            <a:endParaRPr lang="es-ES_tradnl" dirty="0"/>
          </a:p>
          <a:p>
            <a:endParaRPr lang="es-ES_tradnl" dirty="0" smtClean="0"/>
          </a:p>
        </p:txBody>
      </p:sp>
      <p:pic>
        <p:nvPicPr>
          <p:cNvPr id="2" name="Imagen 1"/>
          <p:cNvPicPr>
            <a:picLocks noChangeAspect="1"/>
          </p:cNvPicPr>
          <p:nvPr/>
        </p:nvPicPr>
        <p:blipFill>
          <a:blip r:embed="rId2"/>
          <a:stretch>
            <a:fillRect/>
          </a:stretch>
        </p:blipFill>
        <p:spPr>
          <a:xfrm>
            <a:off x="831055" y="2735620"/>
            <a:ext cx="7800629" cy="2853620"/>
          </a:xfrm>
          <a:prstGeom prst="rect">
            <a:avLst/>
          </a:prstGeom>
        </p:spPr>
      </p:pic>
    </p:spTree>
    <p:extLst>
      <p:ext uri="{BB962C8B-B14F-4D97-AF65-F5344CB8AC3E}">
        <p14:creationId xmlns:p14="http://schemas.microsoft.com/office/powerpoint/2010/main" val="29246443"/>
      </p:ext>
    </p:extLst>
  </p:cSld>
  <p:clrMapOvr>
    <a:masterClrMapping/>
  </p:clrMapOvr>
  <p:timing>
    <p:tnLst>
      <p:par>
        <p:cTn id="1" dur="indefinite" restart="never" nodeType="tmRoot"/>
      </p:par>
    </p:tnLst>
  </p:timing>
</p:sld>
</file>

<file path=ppt/theme/theme1.xml><?xml version="1.0" encoding="utf-8"?>
<a:theme xmlns:a="http://schemas.openxmlformats.org/drawingml/2006/main" name="Radial">
  <a:themeElements>
    <a:clrScheme name="Radial 1">
      <a:dk1>
        <a:srgbClr val="000000"/>
      </a:dk1>
      <a:lt1>
        <a:srgbClr val="FFFFFF"/>
      </a:lt1>
      <a:dk2>
        <a:srgbClr val="FFFFFF"/>
      </a:dk2>
      <a:lt2>
        <a:srgbClr val="669999"/>
      </a:lt2>
      <a:accent1>
        <a:srgbClr val="99CCFF"/>
      </a:accent1>
      <a:accent2>
        <a:srgbClr val="9999FF"/>
      </a:accent2>
      <a:accent3>
        <a:srgbClr val="FFFFFF"/>
      </a:accent3>
      <a:accent4>
        <a:srgbClr val="000000"/>
      </a:accent4>
      <a:accent5>
        <a:srgbClr val="CAE2FF"/>
      </a:accent5>
      <a:accent6>
        <a:srgbClr val="8A8AE7"/>
      </a:accent6>
      <a:hlink>
        <a:srgbClr val="996666"/>
      </a:hlink>
      <a:folHlink>
        <a:srgbClr val="6666CC"/>
      </a:folHlink>
    </a:clrScheme>
    <a:fontScheme name="Rad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Radial 1">
        <a:dk1>
          <a:srgbClr val="000000"/>
        </a:dk1>
        <a:lt1>
          <a:srgbClr val="FFFFFF"/>
        </a:lt1>
        <a:dk2>
          <a:srgbClr val="FFFFFF"/>
        </a:dk2>
        <a:lt2>
          <a:srgbClr val="669999"/>
        </a:lt2>
        <a:accent1>
          <a:srgbClr val="99CCFF"/>
        </a:accent1>
        <a:accent2>
          <a:srgbClr val="9999FF"/>
        </a:accent2>
        <a:accent3>
          <a:srgbClr val="FFFFFF"/>
        </a:accent3>
        <a:accent4>
          <a:srgbClr val="000000"/>
        </a:accent4>
        <a:accent5>
          <a:srgbClr val="CAE2FF"/>
        </a:accent5>
        <a:accent6>
          <a:srgbClr val="8A8AE7"/>
        </a:accent6>
        <a:hlink>
          <a:srgbClr val="996666"/>
        </a:hlink>
        <a:folHlink>
          <a:srgbClr val="6666CC"/>
        </a:folHlink>
      </a:clrScheme>
      <a:clrMap bg1="lt1" tx1="dk1" bg2="lt2" tx2="dk2" accent1="accent1" accent2="accent2" accent3="accent3" accent4="accent4" accent5="accent5" accent6="accent6" hlink="hlink" folHlink="folHlink"/>
    </a:extraClrScheme>
    <a:extraClrScheme>
      <a:clrScheme name="Radial 2">
        <a:dk1>
          <a:srgbClr val="000000"/>
        </a:dk1>
        <a:lt1>
          <a:srgbClr val="FFFFFF"/>
        </a:lt1>
        <a:dk2>
          <a:srgbClr val="FFFFFF"/>
        </a:dk2>
        <a:lt2>
          <a:srgbClr val="817F3F"/>
        </a:lt2>
        <a:accent1>
          <a:srgbClr val="FFCC00"/>
        </a:accent1>
        <a:accent2>
          <a:srgbClr val="CC9900"/>
        </a:accent2>
        <a:accent3>
          <a:srgbClr val="FFFFFF"/>
        </a:accent3>
        <a:accent4>
          <a:srgbClr val="000000"/>
        </a:accent4>
        <a:accent5>
          <a:srgbClr val="FFE2AA"/>
        </a:accent5>
        <a:accent6>
          <a:srgbClr val="B98A00"/>
        </a:accent6>
        <a:hlink>
          <a:srgbClr val="996666"/>
        </a:hlink>
        <a:folHlink>
          <a:srgbClr val="C94503"/>
        </a:folHlink>
      </a:clrScheme>
      <a:clrMap bg1="lt1" tx1="dk1" bg2="lt2" tx2="dk2" accent1="accent1" accent2="accent2" accent3="accent3" accent4="accent4" accent5="accent5" accent6="accent6" hlink="hlink" folHlink="folHlink"/>
    </a:extraClrScheme>
    <a:extraClrScheme>
      <a:clrScheme name="Radial 3">
        <a:dk1>
          <a:srgbClr val="CC6600"/>
        </a:dk1>
        <a:lt1>
          <a:srgbClr val="FFFFFF"/>
        </a:lt1>
        <a:dk2>
          <a:srgbClr val="800000"/>
        </a:dk2>
        <a:lt2>
          <a:srgbClr val="FFFFFF"/>
        </a:lt2>
        <a:accent1>
          <a:srgbClr val="FF6600"/>
        </a:accent1>
        <a:accent2>
          <a:srgbClr val="33CCCC"/>
        </a:accent2>
        <a:accent3>
          <a:srgbClr val="C0AAAA"/>
        </a:accent3>
        <a:accent4>
          <a:srgbClr val="DADADA"/>
        </a:accent4>
        <a:accent5>
          <a:srgbClr val="FFB8AA"/>
        </a:accent5>
        <a:accent6>
          <a:srgbClr val="2DB9B9"/>
        </a:accent6>
        <a:hlink>
          <a:srgbClr val="99FF33"/>
        </a:hlink>
        <a:folHlink>
          <a:srgbClr val="CC3300"/>
        </a:folHlink>
      </a:clrScheme>
      <a:clrMap bg1="dk2" tx1="lt1" bg2="dk1" tx2="lt2" accent1="accent1" accent2="accent2" accent3="accent3" accent4="accent4" accent5="accent5" accent6="accent6" hlink="hlink" folHlink="folHlink"/>
    </a:extraClrScheme>
    <a:extraClrScheme>
      <a:clrScheme name="Radial 4">
        <a:dk1>
          <a:srgbClr val="993300"/>
        </a:dk1>
        <a:lt1>
          <a:srgbClr val="FFFFFF"/>
        </a:lt1>
        <a:dk2>
          <a:srgbClr val="431A01"/>
        </a:dk2>
        <a:lt2>
          <a:srgbClr val="FFFFFF"/>
        </a:lt2>
        <a:accent1>
          <a:srgbClr val="FFCC00"/>
        </a:accent1>
        <a:accent2>
          <a:srgbClr val="FF9966"/>
        </a:accent2>
        <a:accent3>
          <a:srgbClr val="B0ABAA"/>
        </a:accent3>
        <a:accent4>
          <a:srgbClr val="DADADA"/>
        </a:accent4>
        <a:accent5>
          <a:srgbClr val="FFE2AA"/>
        </a:accent5>
        <a:accent6>
          <a:srgbClr val="E78A5C"/>
        </a:accent6>
        <a:hlink>
          <a:srgbClr val="FF6600"/>
        </a:hlink>
        <a:folHlink>
          <a:srgbClr val="CC3300"/>
        </a:folHlink>
      </a:clrScheme>
      <a:clrMap bg1="dk2" tx1="lt1" bg2="dk1" tx2="lt2" accent1="accent1" accent2="accent2" accent3="accent3" accent4="accent4" accent5="accent5" accent6="accent6" hlink="hlink" folHlink="folHlink"/>
    </a:extraClrScheme>
    <a:extraClrScheme>
      <a:clrScheme name="Radial 5">
        <a:dk1>
          <a:srgbClr val="75878B"/>
        </a:dk1>
        <a:lt1>
          <a:srgbClr val="FFFFFF"/>
        </a:lt1>
        <a:dk2>
          <a:srgbClr val="260000"/>
        </a:dk2>
        <a:lt2>
          <a:srgbClr val="FFFFFF"/>
        </a:lt2>
        <a:accent1>
          <a:srgbClr val="0099CC"/>
        </a:accent1>
        <a:accent2>
          <a:srgbClr val="FF3300"/>
        </a:accent2>
        <a:accent3>
          <a:srgbClr val="ACAAAA"/>
        </a:accent3>
        <a:accent4>
          <a:srgbClr val="DADADA"/>
        </a:accent4>
        <a:accent5>
          <a:srgbClr val="AACAE2"/>
        </a:accent5>
        <a:accent6>
          <a:srgbClr val="E72D00"/>
        </a:accent6>
        <a:hlink>
          <a:srgbClr val="FFCC00"/>
        </a:hlink>
        <a:folHlink>
          <a:srgbClr val="CC0000"/>
        </a:folHlink>
      </a:clrScheme>
      <a:clrMap bg1="dk2" tx1="lt1" bg2="dk1" tx2="lt2" accent1="accent1" accent2="accent2" accent3="accent3" accent4="accent4" accent5="accent5" accent6="accent6" hlink="hlink" folHlink="folHlink"/>
    </a:extraClrScheme>
    <a:extraClrScheme>
      <a:clrScheme name="Radial 6">
        <a:dk1>
          <a:srgbClr val="666699"/>
        </a:dk1>
        <a:lt1>
          <a:srgbClr val="FFFFFF"/>
        </a:lt1>
        <a:dk2>
          <a:srgbClr val="000000"/>
        </a:dk2>
        <a:lt2>
          <a:srgbClr val="FFFFFF"/>
        </a:lt2>
        <a:accent1>
          <a:srgbClr val="9966FF"/>
        </a:accent1>
        <a:accent2>
          <a:srgbClr val="99CCFF"/>
        </a:accent2>
        <a:accent3>
          <a:srgbClr val="AAAAAA"/>
        </a:accent3>
        <a:accent4>
          <a:srgbClr val="DADADA"/>
        </a:accent4>
        <a:accent5>
          <a:srgbClr val="CAB8FF"/>
        </a:accent5>
        <a:accent6>
          <a:srgbClr val="8AB9E7"/>
        </a:accent6>
        <a:hlink>
          <a:srgbClr val="FFFFCC"/>
        </a:hlink>
        <a:folHlink>
          <a:srgbClr val="6600CC"/>
        </a:folHlink>
      </a:clrScheme>
      <a:clrMap bg1="dk2" tx1="lt1" bg2="dk1" tx2="lt2" accent1="accent1" accent2="accent2" accent3="accent3" accent4="accent4" accent5="accent5" accent6="accent6" hlink="hlink" folHlink="folHlink"/>
    </a:extraClrScheme>
    <a:extraClrScheme>
      <a:clrScheme name="Radial 7">
        <a:dk1>
          <a:srgbClr val="666699"/>
        </a:dk1>
        <a:lt1>
          <a:srgbClr val="FFFFFF"/>
        </a:lt1>
        <a:dk2>
          <a:srgbClr val="2A2A40"/>
        </a:dk2>
        <a:lt2>
          <a:srgbClr val="FFFFFF"/>
        </a:lt2>
        <a:accent1>
          <a:srgbClr val="006699"/>
        </a:accent1>
        <a:accent2>
          <a:srgbClr val="CC9900"/>
        </a:accent2>
        <a:accent3>
          <a:srgbClr val="ACACAF"/>
        </a:accent3>
        <a:accent4>
          <a:srgbClr val="DADADA"/>
        </a:accent4>
        <a:accent5>
          <a:srgbClr val="AAB8CA"/>
        </a:accent5>
        <a:accent6>
          <a:srgbClr val="B98A00"/>
        </a:accent6>
        <a:hlink>
          <a:srgbClr val="CC6600"/>
        </a:hlink>
        <a:folHlink>
          <a:srgbClr val="6C948A"/>
        </a:folHlink>
      </a:clrScheme>
      <a:clrMap bg1="dk2" tx1="lt1" bg2="dk1" tx2="lt2" accent1="accent1" accent2="accent2" accent3="accent3" accent4="accent4" accent5="accent5" accent6="accent6" hlink="hlink" folHlink="folHlink"/>
    </a:extraClrScheme>
    <a:extraClrScheme>
      <a:clrScheme name="Radial 8">
        <a:dk1>
          <a:srgbClr val="BECBD8"/>
        </a:dk1>
        <a:lt1>
          <a:srgbClr val="FFFFFF"/>
        </a:lt1>
        <a:dk2>
          <a:srgbClr val="2B335B"/>
        </a:dk2>
        <a:lt2>
          <a:srgbClr val="FFFFFF"/>
        </a:lt2>
        <a:accent1>
          <a:srgbClr val="0099CC"/>
        </a:accent1>
        <a:accent2>
          <a:srgbClr val="B5DBE3"/>
        </a:accent2>
        <a:accent3>
          <a:srgbClr val="ACADB5"/>
        </a:accent3>
        <a:accent4>
          <a:srgbClr val="DADADA"/>
        </a:accent4>
        <a:accent5>
          <a:srgbClr val="AACAE2"/>
        </a:accent5>
        <a:accent6>
          <a:srgbClr val="A4C6CE"/>
        </a:accent6>
        <a:hlink>
          <a:srgbClr val="FFCC00"/>
        </a:hlink>
        <a:folHlink>
          <a:srgbClr val="58648C"/>
        </a:folHlink>
      </a:clrScheme>
      <a:clrMap bg1="dk2" tx1="lt1" bg2="dk1" tx2="lt2" accent1="accent1" accent2="accent2" accent3="accent3" accent4="accent4" accent5="accent5" accent6="accent6" hlink="hlink" folHlink="folHlink"/>
    </a:extraClrScheme>
    <a:extraClrScheme>
      <a:clrScheme name="Radial 9">
        <a:dk1>
          <a:srgbClr val="3333FF"/>
        </a:dk1>
        <a:lt1>
          <a:srgbClr val="FFFFFF"/>
        </a:lt1>
        <a:dk2>
          <a:srgbClr val="000099"/>
        </a:dk2>
        <a:lt2>
          <a:srgbClr val="FFFFFF"/>
        </a:lt2>
        <a:accent1>
          <a:srgbClr val="339966"/>
        </a:accent1>
        <a:accent2>
          <a:srgbClr val="9999FF"/>
        </a:accent2>
        <a:accent3>
          <a:srgbClr val="AAAACA"/>
        </a:accent3>
        <a:accent4>
          <a:srgbClr val="DADADA"/>
        </a:accent4>
        <a:accent5>
          <a:srgbClr val="ADCAB8"/>
        </a:accent5>
        <a:accent6>
          <a:srgbClr val="8A8AE7"/>
        </a:accent6>
        <a:hlink>
          <a:srgbClr val="FFFF99"/>
        </a:hlink>
        <a:folHlink>
          <a:srgbClr val="17A0D1"/>
        </a:folHlink>
      </a:clrScheme>
      <a:clrMap bg1="dk2" tx1="lt1" bg2="dk1" tx2="lt2" accent1="accent1" accent2="accent2" accent3="accent3" accent4="accent4" accent5="accent5" accent6="accent6" hlink="hlink" folHlink="folHlink"/>
    </a:extraClrScheme>
    <a:extraClrScheme>
      <a:clrScheme name="Radial 10">
        <a:dk1>
          <a:srgbClr val="808000"/>
        </a:dk1>
        <a:lt1>
          <a:srgbClr val="FFFFFF"/>
        </a:lt1>
        <a:dk2>
          <a:srgbClr val="354418"/>
        </a:dk2>
        <a:lt2>
          <a:srgbClr val="FFFFFF"/>
        </a:lt2>
        <a:accent1>
          <a:srgbClr val="60897C"/>
        </a:accent1>
        <a:accent2>
          <a:srgbClr val="99CC00"/>
        </a:accent2>
        <a:accent3>
          <a:srgbClr val="AEB0AB"/>
        </a:accent3>
        <a:accent4>
          <a:srgbClr val="DADADA"/>
        </a:accent4>
        <a:accent5>
          <a:srgbClr val="B6C4BF"/>
        </a:accent5>
        <a:accent6>
          <a:srgbClr val="8AB900"/>
        </a:accent6>
        <a:hlink>
          <a:srgbClr val="CCCC00"/>
        </a:hlink>
        <a:folHlink>
          <a:srgbClr val="66990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Radial</Template>
  <TotalTime>2475</TotalTime>
  <Words>1320</Words>
  <Application>Microsoft Office PowerPoint</Application>
  <PresentationFormat>Presentación en pantalla (4:3)</PresentationFormat>
  <Paragraphs>123</Paragraphs>
  <Slides>28</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28</vt:i4>
      </vt:variant>
    </vt:vector>
  </HeadingPairs>
  <TitlesOfParts>
    <vt:vector size="33" baseType="lpstr">
      <vt:lpstr>Arial</vt:lpstr>
      <vt:lpstr>Arial Black</vt:lpstr>
      <vt:lpstr>Times New Roman</vt:lpstr>
      <vt:lpstr>Wingdings</vt:lpstr>
      <vt:lpstr>Radial</vt:lpstr>
      <vt:lpstr>TEMA 5 – Parte 2:</vt:lpstr>
      <vt:lpstr>1. GESTIÓN DE DISCOS: CUOTAS</vt:lpstr>
      <vt:lpstr>1. GESTIÓN DE DISCOS: CUOTAS</vt:lpstr>
      <vt:lpstr>1. GESTIÓN DE DISCOS: CUOTAS</vt:lpstr>
      <vt:lpstr>1. GESTIÓN DE DISCOS: CUOTAS</vt:lpstr>
      <vt:lpstr>2. OPTIMIZACIÓN DE LA MEMORIA DEL SISTEMA OPERATIVO EN RED</vt:lpstr>
      <vt:lpstr>2. OPTIMIZACIÓN DE LA MEMORIA DEL SISTEMA OPERATIVO EN RED</vt:lpstr>
      <vt:lpstr>2. OPTIMIZACIÓN DE LA MEMORIA DEL SISTEMA OPERATIVO EN RED</vt:lpstr>
      <vt:lpstr>2.1. CONSIDERACIONES DEL ARCHIVO DE PAGINACIÓN</vt:lpstr>
      <vt:lpstr>2.2 GESTIÓN DE LA MEMORIA VIRTUAL</vt:lpstr>
      <vt:lpstr>3. ADMINISTRADOR DE TAREAS EN WINDOWS SERVER</vt:lpstr>
      <vt:lpstr>3.1. ADMINISTRADOR DE TAREAS EN WINDOWS SERVER</vt:lpstr>
      <vt:lpstr>3.1. ADMINISTRADOR DE TAREAS EN WINDOWS SERVER</vt:lpstr>
      <vt:lpstr>3.2 ACTIVACIÓN Y DESACTIVACIÓN DE SERVICIOS</vt:lpstr>
      <vt:lpstr>3.3 INICIAR, DETENER Y CONFI-GURAR SERVICIOS</vt:lpstr>
      <vt:lpstr>3.3 INICIAR, DETENER Y CONFI-GURAR SERVICIOS</vt:lpstr>
      <vt:lpstr>3.3 INICIAR, DETENER Y CONFI-GURAR SERVICIOS</vt:lpstr>
      <vt:lpstr>4. AUTOMATIZACIÓN DE LAS TAREAS DEL SISTEMA</vt:lpstr>
      <vt:lpstr>4.1 PROGRAMACIÓN DE TAREAS EN WINDOWS SERVER 2012</vt:lpstr>
      <vt:lpstr>4.1 PROGRAMACIÓN DE TAREAS EN WINDOWS SERVER 2012</vt:lpstr>
      <vt:lpstr>4.1 PROGRAMACIÓN DE TAREAS EN WINDOWS SERVER 2012</vt:lpstr>
      <vt:lpstr>4.1 PASOS PARA LA PROGRAMACIÓN DE TAREAS EN WINDOWS SERVER 2012</vt:lpstr>
      <vt:lpstr>4.1 PASOS PARA LA PROGRAMACIÓN DE TAREAS EN WINDOWS SERVER 2012</vt:lpstr>
      <vt:lpstr>4.1 PASOS PARA LA PROGRAMACIÓN DE TAREAS EN WINDOWS SERVER 2012</vt:lpstr>
      <vt:lpstr>4.1 PASOS PARA LA PROGRAMACIÓN DE TAREAS EN WINDOWS SERVER 2012</vt:lpstr>
      <vt:lpstr>4.1 PROGRAMACIÓN DE TAREAS EN WINDOWS SERVER 2012</vt:lpstr>
      <vt:lpstr>4.1 PROGRAMACIÓN DE TAREAS EN WINDOWS SERVER 2012</vt:lpstr>
      <vt:lpstr>4.1 PROGRAMACIÓN DE TAREAS EN WINDOWS SERVER 2012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TEMA 5:</dc:title>
  <dc:creator>piedad</dc:creator>
  <cp:lastModifiedBy>Profesor</cp:lastModifiedBy>
  <cp:revision>116</cp:revision>
  <dcterms:created xsi:type="dcterms:W3CDTF">2011-10-19T10:27:22Z</dcterms:created>
  <dcterms:modified xsi:type="dcterms:W3CDTF">2017-11-24T07:45:44Z</dcterms:modified>
</cp:coreProperties>
</file>