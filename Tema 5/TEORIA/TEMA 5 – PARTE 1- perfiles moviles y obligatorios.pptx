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8" r:id="rId3"/>
    <p:sldId id="259" r:id="rId4"/>
    <p:sldId id="260" r:id="rId5"/>
    <p:sldId id="266" r:id="rId6"/>
    <p:sldId id="277" r:id="rId7"/>
    <p:sldId id="262" r:id="rId8"/>
    <p:sldId id="263" r:id="rId9"/>
    <p:sldId id="264" r:id="rId10"/>
    <p:sldId id="265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B3BA4-F474-4601-9951-9EC36AC3095A}" type="datetimeFigureOut">
              <a:rPr lang="es-ES"/>
              <a:pPr>
                <a:defRPr/>
              </a:pPr>
              <a:t>12/11/2017</a:t>
            </a:fld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B0711-35AE-4DCF-A21E-2445D71E1D2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566E1A6-E16C-4AED-81A1-C9492A92492B}" type="datetimeFigureOut">
              <a:rPr lang="es-ES" smtClean="0"/>
              <a:pPr/>
              <a:t>12/11/2017</a:t>
            </a:fld>
            <a:endParaRPr lang="es-E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5F402A8-8A81-4A04-AEFD-5186BF3B5F7E}" type="slidenum">
              <a:rPr lang="es-ES" smtClean="0"/>
              <a:pPr/>
              <a:t>‹Nº›</a:t>
            </a:fld>
            <a:endParaRPr lang="es-ES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TEMA 5 – PARTE 1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PÉRFILES MÓVILES Y OBLIGATORIOS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Título"/>
          <p:cNvSpPr>
            <a:spLocks noGrp="1"/>
          </p:cNvSpPr>
          <p:nvPr>
            <p:ph type="title" idx="4294967295"/>
          </p:nvPr>
        </p:nvSpPr>
        <p:spPr>
          <a:xfrm>
            <a:off x="357158" y="214290"/>
            <a:ext cx="8229600" cy="1143000"/>
          </a:xfrm>
        </p:spPr>
        <p:txBody>
          <a:bodyPr/>
          <a:lstStyle/>
          <a:p>
            <a:pPr eaLnBrk="1" hangingPunct="1"/>
            <a:r>
              <a:rPr lang="es-ES" dirty="0" smtClean="0"/>
              <a:t>1. PERFIL MÓVIL DE USUARIO</a:t>
            </a:r>
          </a:p>
        </p:txBody>
      </p:sp>
      <p:sp>
        <p:nvSpPr>
          <p:cNvPr id="4099" name="2 Marcador de contenido"/>
          <p:cNvSpPr>
            <a:spLocks noGrp="1"/>
          </p:cNvSpPr>
          <p:nvPr>
            <p:ph idx="4294967295"/>
          </p:nvPr>
        </p:nvSpPr>
        <p:spPr>
          <a:xfrm>
            <a:off x="571500" y="1412875"/>
            <a:ext cx="8215342" cy="5016521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Permiten a los usuarios desplazarse de un equipo a otro dentro de la red.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Los usuarios podrán trabajar desde cualquier equipo del dominio, teniendo siempre la misma configuración respecto a sus programas, aplicaciones y opciones personalizadas.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Al cerrar la sesión, su perfil de usuario se copia en el servidor.</a:t>
            </a:r>
          </a:p>
          <a:p>
            <a:pPr eaLnBrk="1" hangingPunct="1">
              <a:buFont typeface="Wingdings" pitchFamily="2" charset="2"/>
              <a:buNone/>
            </a:pPr>
            <a:endParaRPr lang="es-E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1.1 CREACIÓN Y ADMINISTRACIÓN DE PERFILES MÓVILES DE USUARIO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95288" y="1412875"/>
            <a:ext cx="8208962" cy="4606925"/>
          </a:xfrm>
        </p:spPr>
        <p:txBody>
          <a:bodyPr/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En primer lugar, crearemos una carpeta en la unidad C: del controlador de dominio, llamada perfiles.</a:t>
            </a:r>
          </a:p>
          <a:p>
            <a:pPr eaLnBrk="1" hangingPunct="1">
              <a:buFont typeface="Wingdings" pitchFamily="2" charset="2"/>
              <a:buNone/>
            </a:pPr>
            <a:endParaRPr lang="es-ES" dirty="0" smtClean="0"/>
          </a:p>
          <a:p>
            <a:endParaRPr lang="es-ES" dirty="0" smtClean="0"/>
          </a:p>
        </p:txBody>
      </p:sp>
      <p:sp>
        <p:nvSpPr>
          <p:cNvPr id="7" name="3 Marcador de texto"/>
          <p:cNvSpPr txBox="1">
            <a:spLocks/>
          </p:cNvSpPr>
          <p:nvPr/>
        </p:nvSpPr>
        <p:spPr bwMode="auto">
          <a:xfrm>
            <a:off x="395288" y="3068638"/>
            <a:ext cx="453707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_tradnl" sz="3200" kern="0" dirty="0">
                <a:latin typeface="+mn-lt"/>
                <a:cs typeface="+mn-cs"/>
              </a:rPr>
              <a:t>Modificaremos los permisos de dicha carpeta para dar control total a </a:t>
            </a:r>
            <a:r>
              <a:rPr lang="es-ES_tradnl" sz="3200" kern="0" dirty="0" smtClean="0">
                <a:latin typeface="+mn-lt"/>
                <a:cs typeface="+mn-cs"/>
              </a:rPr>
              <a:t>los usuarios del dominio.</a:t>
            </a:r>
            <a:endParaRPr lang="es-ES" sz="3200" kern="0" dirty="0"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s-ES" sz="3200" kern="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>
              <a:latin typeface="+mn-lt"/>
              <a:cs typeface="+mn-cs"/>
            </a:endParaRPr>
          </a:p>
        </p:txBody>
      </p:sp>
      <p:pic>
        <p:nvPicPr>
          <p:cNvPr id="8" name="Picture 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1968" y="2714620"/>
            <a:ext cx="4286312" cy="3780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1.1 CREACIÓN Y ADMINISTRACIÓN DE PERFILES MÓVILES DE USUARIO</a:t>
            </a:r>
          </a:p>
        </p:txBody>
      </p:sp>
      <p:sp>
        <p:nvSpPr>
          <p:cNvPr id="6147" name="3 Marcador de texto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392613" cy="4606925"/>
          </a:xfrm>
        </p:spPr>
        <p:txBody>
          <a:bodyPr/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En usuarios y equipos del Active </a:t>
            </a:r>
            <a:r>
              <a:rPr lang="es-ES" sz="3200" kern="0" dirty="0" err="1" smtClean="0"/>
              <a:t>Directory</a:t>
            </a:r>
            <a:r>
              <a:rPr lang="es-ES" sz="3200" kern="0" dirty="0" smtClean="0"/>
              <a:t>, seleccionaremos los usuarios deseados y accederemos en la pestaña Perfil en Propiedades. </a:t>
            </a:r>
          </a:p>
          <a:p>
            <a:pPr eaLnBrk="1" hangingPunct="1">
              <a:buFont typeface="Wingdings" pitchFamily="2" charset="2"/>
              <a:buNone/>
            </a:pPr>
            <a:endParaRPr lang="es-ES" dirty="0" smtClean="0"/>
          </a:p>
          <a:p>
            <a:endParaRPr lang="es-ES" dirty="0" smtClean="0"/>
          </a:p>
        </p:txBody>
      </p:sp>
      <p:sp>
        <p:nvSpPr>
          <p:cNvPr id="7" name="3 Marcador de texto"/>
          <p:cNvSpPr txBox="1">
            <a:spLocks/>
          </p:cNvSpPr>
          <p:nvPr/>
        </p:nvSpPr>
        <p:spPr bwMode="auto">
          <a:xfrm>
            <a:off x="357158" y="5500702"/>
            <a:ext cx="8786842" cy="32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_tradnl" sz="3200" kern="0" dirty="0">
                <a:latin typeface="+mn-lt"/>
                <a:cs typeface="+mn-cs"/>
              </a:rPr>
              <a:t>En la ruta de acceso al perfil pondremos.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s-ES_tradnl" sz="2400" kern="0" dirty="0">
                <a:latin typeface="+mn-lt"/>
                <a:cs typeface="+mn-cs"/>
              </a:rPr>
              <a:t>\\nombre_equipo_controlador_dominio\perfiles\%username%</a:t>
            </a:r>
            <a:endParaRPr lang="es-ES" sz="2400" kern="0" dirty="0"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s-ES" sz="3200" kern="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>
              <a:latin typeface="+mn-lt"/>
              <a:cs typeface="+mn-cs"/>
            </a:endParaRPr>
          </a:p>
        </p:txBody>
      </p:sp>
      <p:pic>
        <p:nvPicPr>
          <p:cNvPr id="8" name="Picture 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57752" y="1357298"/>
            <a:ext cx="4071966" cy="208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3500438"/>
            <a:ext cx="4876810" cy="1992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Rectángulo"/>
          <p:cNvSpPr/>
          <p:nvPr/>
        </p:nvSpPr>
        <p:spPr>
          <a:xfrm>
            <a:off x="5500694" y="2857496"/>
            <a:ext cx="3000396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Rectángulo"/>
          <p:cNvSpPr/>
          <p:nvPr/>
        </p:nvSpPr>
        <p:spPr>
          <a:xfrm>
            <a:off x="5929322" y="4714884"/>
            <a:ext cx="2786082" cy="714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1.1 CREACIÓN Y ADMINISTRACIÓN DE PERFILES MÓVILES DE USUARIO</a:t>
            </a:r>
          </a:p>
        </p:txBody>
      </p:sp>
      <p:sp>
        <p:nvSpPr>
          <p:cNvPr id="6147" name="3 Marcador de texto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8534430" cy="4606925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La primera vez que iniciemos sesión en un cliente con un perfil móvil, se creará en el servidor, dentro de la carpeta especificada, el perfil para ese usuario.</a:t>
            </a:r>
            <a:endParaRPr lang="es-ES" dirty="0" smtClean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93205" y="3429000"/>
            <a:ext cx="6950695" cy="326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Rectángulo"/>
          <p:cNvSpPr/>
          <p:nvPr/>
        </p:nvSpPr>
        <p:spPr>
          <a:xfrm>
            <a:off x="3714744" y="6143644"/>
            <a:ext cx="1143008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 b="26087"/>
          <a:stretch>
            <a:fillRect/>
          </a:stretch>
        </p:blipFill>
        <p:spPr bwMode="auto">
          <a:xfrm>
            <a:off x="5214942" y="1357298"/>
            <a:ext cx="3786214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400" dirty="0" smtClean="0"/>
              <a:t>1.1 CREACIÓN Y ADMINISTRACIÓN DE PERFILES MÓVILES DE USUARIO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285836"/>
            <a:ext cx="4929222" cy="5572164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Tras los cambios, arrancamos la máquina Windows 10 y entramos con el usuario </a:t>
            </a:r>
            <a:r>
              <a:rPr lang="es-ES" sz="3200" kern="0" dirty="0" err="1" smtClean="0"/>
              <a:t>usumovil</a:t>
            </a:r>
            <a:r>
              <a:rPr lang="es-ES" sz="3200" kern="0" dirty="0" smtClean="0"/>
              <a:t>. 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Si vemos los perfiles de usuario, veremos que el usuario </a:t>
            </a:r>
            <a:r>
              <a:rPr lang="es-ES" sz="3200" kern="0" dirty="0" err="1" smtClean="0"/>
              <a:t>usumovil</a:t>
            </a:r>
            <a:r>
              <a:rPr lang="es-ES" sz="3200" kern="0" dirty="0" smtClean="0"/>
              <a:t> tiene un perfil móvil.</a:t>
            </a:r>
          </a:p>
          <a:p>
            <a:endParaRPr lang="es-ES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5214910" y="4643446"/>
            <a:ext cx="3929090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/>
          <p:cNvSpPr>
            <a:spLocks noGrp="1"/>
          </p:cNvSpPr>
          <p:nvPr>
            <p:ph type="title"/>
          </p:nvPr>
        </p:nvSpPr>
        <p:spPr>
          <a:xfrm>
            <a:off x="195263" y="228600"/>
            <a:ext cx="8663017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s-ES" sz="3400" dirty="0" smtClean="0"/>
              <a:t>1.2 VENTAJAS DE LOS PERFILES MÓVILES</a:t>
            </a:r>
          </a:p>
        </p:txBody>
      </p:sp>
      <p:sp>
        <p:nvSpPr>
          <p:cNvPr id="6147" name="3 Marcador de texto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8320116" cy="4606925"/>
          </a:xfrm>
        </p:spPr>
        <p:txBody>
          <a:bodyPr/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Permiten movilidad de los usuarios por los distintos equipos de la empresa. 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Su perfil siempre lo tendrán disponible, ya que se guarda en el servidor.</a:t>
            </a:r>
          </a:p>
          <a:p>
            <a:pPr eaLnBrk="1" hangingPunct="1">
              <a:buFont typeface="Wingdings" pitchFamily="2" charset="2"/>
              <a:buNone/>
            </a:pPr>
            <a:endParaRPr lang="es-ES" dirty="0" smtClean="0"/>
          </a:p>
          <a:p>
            <a:endParaRPr lang="es-ES" dirty="0" smtClean="0"/>
          </a:p>
        </p:txBody>
      </p:sp>
      <p:pic>
        <p:nvPicPr>
          <p:cNvPr id="1026" name="Picture 2" descr="https://joseantonio182.files.wordpress.com/2017/01/cistec-perfiles-moviles.jpg?w=59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3685695"/>
            <a:ext cx="4762494" cy="27437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/>
          <p:cNvSpPr>
            <a:spLocks noGrp="1"/>
          </p:cNvSpPr>
          <p:nvPr>
            <p:ph type="title"/>
          </p:nvPr>
        </p:nvSpPr>
        <p:spPr>
          <a:xfrm>
            <a:off x="195263" y="228600"/>
            <a:ext cx="8663017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s-ES" sz="3400" dirty="0" smtClean="0"/>
              <a:t>1.3 DESVENTAJAS DE LOS PERFILES MÓVILES</a:t>
            </a:r>
          </a:p>
        </p:txBody>
      </p:sp>
      <p:sp>
        <p:nvSpPr>
          <p:cNvPr id="6147" name="3 Marcador de texto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8320116" cy="4606925"/>
          </a:xfrm>
        </p:spPr>
        <p:txBody>
          <a:bodyPr/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El inicio y cierre de sesión es más lento puesto que el perfil se tiene que descargar del servidor y volver a guardar en él.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Si el servidor falla, perderemos nuestro perfil hasta que vuelva a funcionar, teniendo que trabajar con un perfil temporal.</a:t>
            </a:r>
          </a:p>
          <a:p>
            <a:endParaRPr lang="es-E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Título"/>
          <p:cNvSpPr>
            <a:spLocks noGrp="1"/>
          </p:cNvSpPr>
          <p:nvPr>
            <p:ph type="title" idx="4294967295"/>
          </p:nvPr>
        </p:nvSpPr>
        <p:spPr>
          <a:xfrm>
            <a:off x="357158" y="214290"/>
            <a:ext cx="8786842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s-ES" dirty="0" smtClean="0"/>
              <a:t>2. PERFIL OBLIGATORIO DE USUARIO</a:t>
            </a:r>
          </a:p>
        </p:txBody>
      </p:sp>
      <p:sp>
        <p:nvSpPr>
          <p:cNvPr id="4099" name="2 Marcador de contenido"/>
          <p:cNvSpPr>
            <a:spLocks noGrp="1"/>
          </p:cNvSpPr>
          <p:nvPr>
            <p:ph idx="4294967295"/>
          </p:nvPr>
        </p:nvSpPr>
        <p:spPr>
          <a:xfrm>
            <a:off x="571500" y="1412875"/>
            <a:ext cx="8215342" cy="5016521"/>
          </a:xfrm>
        </p:spPr>
        <p:txBody>
          <a:bodyPr>
            <a:normAutofit fontScale="92500"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Permiten configurar a cada usuario un perfil y que los usuarios no lo puedan modificar.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Los usuarios podrán trabajar desde cualquier equipo del dominio, teniendo siempre la configuración del perfil que el administrador creó para él.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El perfil obligatorio se crea en el servidor. Será descargado al equipo cliente al iniciar sesión. Pero no será copiado al servidor en el cierre de sesión.</a:t>
            </a:r>
          </a:p>
          <a:p>
            <a:pPr eaLnBrk="1" hangingPunct="1">
              <a:buFont typeface="Wingdings" pitchFamily="2" charset="2"/>
              <a:buNone/>
            </a:pPr>
            <a:endParaRPr lang="es-E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95288" y="1412875"/>
            <a:ext cx="8208962" cy="5159397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La creación de un perfil obligatorio empieza de forma similar a la creación de un perfil móvil.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_tradnl" sz="3200" kern="0" dirty="0" smtClean="0"/>
              <a:t>Así que daremos los mismos pasos que si estuviésemos creando un perfil móvil.</a:t>
            </a:r>
            <a:endParaRPr lang="es-ES" sz="3200" kern="0" dirty="0" smtClean="0"/>
          </a:p>
          <a:p>
            <a:endParaRPr lang="es-ES" dirty="0" smtClean="0"/>
          </a:p>
        </p:txBody>
      </p:sp>
      <p:sp>
        <p:nvSpPr>
          <p:cNvPr id="7" name="3 Marcador de texto"/>
          <p:cNvSpPr txBox="1">
            <a:spLocks/>
          </p:cNvSpPr>
          <p:nvPr/>
        </p:nvSpPr>
        <p:spPr bwMode="auto">
          <a:xfrm>
            <a:off x="395288" y="3068638"/>
            <a:ext cx="817724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s-ES" sz="3200" kern="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95288" y="1214423"/>
            <a:ext cx="8391554" cy="5357850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Una vez modificado en Usuarios y Equipos del active </a:t>
            </a:r>
            <a:r>
              <a:rPr lang="es-ES" sz="3200" kern="0" dirty="0" err="1" smtClean="0"/>
              <a:t>directory</a:t>
            </a:r>
            <a:r>
              <a:rPr lang="es-ES" sz="3200" kern="0" dirty="0" smtClean="0"/>
              <a:t> la pestaña perfil del usuario para ponerle un perfil móvil, iniciaremos en el cliente sesión con el usuario al que se le ha cambiado el tipo de perfil.</a:t>
            </a:r>
          </a:p>
          <a:p>
            <a:endParaRPr lang="es-ES" dirty="0" smtClean="0"/>
          </a:p>
        </p:txBody>
      </p:sp>
      <p:sp>
        <p:nvSpPr>
          <p:cNvPr id="7" name="3 Marcador de texto"/>
          <p:cNvSpPr txBox="1">
            <a:spLocks/>
          </p:cNvSpPr>
          <p:nvPr/>
        </p:nvSpPr>
        <p:spPr bwMode="auto">
          <a:xfrm>
            <a:off x="395288" y="3068638"/>
            <a:ext cx="817724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s-ES" sz="3200" kern="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>
              <a:latin typeface="+mn-lt"/>
              <a:cs typeface="+mn-cs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4286256"/>
            <a:ext cx="7629525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Rectángulo"/>
          <p:cNvSpPr/>
          <p:nvPr/>
        </p:nvSpPr>
        <p:spPr>
          <a:xfrm>
            <a:off x="4214810" y="6215082"/>
            <a:ext cx="3643338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95288" y="1412875"/>
            <a:ext cx="8208962" cy="5159397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En el servidor, accederemos a la carpeta perfiles y dentro veremos que se ha creado una carpeta para el usuario con perfil móvil con el que acabamos de iniciar sesión.</a:t>
            </a:r>
          </a:p>
          <a:p>
            <a:endParaRPr lang="es-ES" dirty="0" smtClean="0"/>
          </a:p>
        </p:txBody>
      </p:sp>
      <p:sp>
        <p:nvSpPr>
          <p:cNvPr id="7" name="3 Marcador de texto"/>
          <p:cNvSpPr txBox="1">
            <a:spLocks/>
          </p:cNvSpPr>
          <p:nvPr/>
        </p:nvSpPr>
        <p:spPr bwMode="auto">
          <a:xfrm>
            <a:off x="395288" y="3068638"/>
            <a:ext cx="817724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s-ES" sz="3200" kern="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>
              <a:latin typeface="+mn-lt"/>
              <a:cs typeface="+mn-cs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428999"/>
            <a:ext cx="5715040" cy="322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Rectángulo"/>
          <p:cNvSpPr/>
          <p:nvPr/>
        </p:nvSpPr>
        <p:spPr>
          <a:xfrm>
            <a:off x="5143504" y="6286520"/>
            <a:ext cx="192882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1214422"/>
            <a:ext cx="3738567" cy="5000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4714908" cy="5572164"/>
          </a:xfrm>
        </p:spPr>
        <p:txBody>
          <a:bodyPr>
            <a:normAutofit lnSpcReduction="10000"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Apagaremos la máquina cliente.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Vamos ahora a convertir el perfil móvil en obligatorio para el usuario que me interese.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Para ello hay que cambiar el propietario de la carpeta del perfil del usuario, desde la pestaña Seguridad. </a:t>
            </a:r>
          </a:p>
          <a:p>
            <a:endParaRPr lang="es-ES" dirty="0" smtClean="0"/>
          </a:p>
        </p:txBody>
      </p:sp>
      <p:sp>
        <p:nvSpPr>
          <p:cNvPr id="7" name="3 Marcador de texto"/>
          <p:cNvSpPr txBox="1">
            <a:spLocks/>
          </p:cNvSpPr>
          <p:nvPr/>
        </p:nvSpPr>
        <p:spPr bwMode="auto">
          <a:xfrm>
            <a:off x="395288" y="3068638"/>
            <a:ext cx="817724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s-ES" sz="3200" kern="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>
              <a:latin typeface="+mn-lt"/>
              <a:cs typeface="+mn-cs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7286644" y="5857892"/>
            <a:ext cx="107157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6314" y="1285860"/>
            <a:ext cx="4067166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4500594" cy="5572164"/>
          </a:xfrm>
        </p:spPr>
        <p:txBody>
          <a:bodyPr>
            <a:normAutofit lnSpcReduction="10000"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Pulsamos sobre opciones avanzadas 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El nuevo propietario tiene que ser el administrador del dominio.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Pulsando el botón cambiar, podremos poner el nuevo propietario de la carpeta.</a:t>
            </a:r>
          </a:p>
          <a:p>
            <a:endParaRPr lang="es-ES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7429520" y="2071678"/>
            <a:ext cx="107157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4143380"/>
            <a:ext cx="4100511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6314" y="1214422"/>
            <a:ext cx="3957624" cy="4576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4500594" cy="5572164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Ahora hay que acceder a la carpeta del perfil del usuario y poner visibles los ficheros ocultos y los ficheros del sistema.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También hay que mostrar las extensiones de los ficheros.</a:t>
            </a:r>
          </a:p>
          <a:p>
            <a:endParaRPr lang="es-ES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4929190" y="5143512"/>
            <a:ext cx="107157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48225" y="1142984"/>
            <a:ext cx="429577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4500594" cy="5572164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Cambiar el propietario del fichero NTUSER.DAT para que sea el administrador.</a:t>
            </a:r>
          </a:p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Dar permisos al Administrador del dominio para que tenga control total sobre el fichero NTUSER.DAT.</a:t>
            </a:r>
          </a:p>
          <a:p>
            <a:endParaRPr lang="es-ES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6072198" y="1928802"/>
            <a:ext cx="271464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2771130"/>
            <a:ext cx="3500430" cy="4015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357430"/>
            <a:ext cx="6076950" cy="4276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8501122" cy="5572164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Cambiar la extensión del fichero NTUSER.DAT por NTUSER.MAN.</a:t>
            </a:r>
          </a:p>
          <a:p>
            <a:endParaRPr lang="es-ES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2214546" y="6286520"/>
            <a:ext cx="5000660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1142984"/>
            <a:ext cx="404336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4929222" cy="5572164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Poner de nuevo al usuario </a:t>
            </a:r>
            <a:r>
              <a:rPr lang="es-ES" sz="3200" kern="0" dirty="0" err="1" smtClean="0"/>
              <a:t>usuobligatorio</a:t>
            </a:r>
            <a:r>
              <a:rPr lang="es-ES" sz="3200" kern="0" dirty="0" smtClean="0"/>
              <a:t> como propietario del fichero NTUSER.man 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Y borra los permisos que tenía el usuario administrador sobre ese fichero.</a:t>
            </a:r>
          </a:p>
          <a:p>
            <a:endParaRPr lang="es-ES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5072066" y="1857364"/>
            <a:ext cx="3929090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2590800"/>
            <a:ext cx="356235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3000372"/>
            <a:ext cx="6960865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428736"/>
            <a:ext cx="8215370" cy="2357454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Poner de nuevo al usuario </a:t>
            </a:r>
            <a:r>
              <a:rPr lang="es-ES" sz="3200" kern="0" dirty="0" err="1" smtClean="0"/>
              <a:t>usuobligatorio</a:t>
            </a:r>
            <a:r>
              <a:rPr lang="es-ES" sz="3200" kern="0" dirty="0" smtClean="0"/>
              <a:t> como propietario de la carpeta del perfil. </a:t>
            </a:r>
          </a:p>
          <a:p>
            <a:endParaRPr lang="es-ES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3143240" y="4429132"/>
            <a:ext cx="4429156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4942" y="1357298"/>
            <a:ext cx="3786214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4929222" cy="5572164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Tras los cambios, arrancamos la máquina Windows 10 y entramos con el usuario </a:t>
            </a:r>
            <a:r>
              <a:rPr lang="es-ES" sz="3200" kern="0" dirty="0" err="1" smtClean="0"/>
              <a:t>usuobligatorio</a:t>
            </a:r>
            <a:r>
              <a:rPr lang="es-ES" sz="3200" kern="0" dirty="0" smtClean="0"/>
              <a:t>. 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Si vemos los perfiles de usuario, veremos que el usuario </a:t>
            </a:r>
            <a:r>
              <a:rPr lang="es-ES" sz="3200" kern="0" dirty="0" err="1" smtClean="0"/>
              <a:t>usuobligatorio</a:t>
            </a:r>
            <a:r>
              <a:rPr lang="es-ES" sz="3200" kern="0" dirty="0" smtClean="0"/>
              <a:t> tiene un perfil obligatorio.</a:t>
            </a:r>
          </a:p>
          <a:p>
            <a:endParaRPr lang="es-ES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5214910" y="4857760"/>
            <a:ext cx="3929090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2.1 CREACIÓN Y ADMINISTRACIÓN DE PERFILES OBLIGATORIOS</a:t>
            </a:r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428736"/>
            <a:ext cx="8429684" cy="5572164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Al tener un perfil obligatorio, cualquier cambio que haga el usuario durante la sesión, no se guardarán el servidor cuando éste cierre la sesión.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La siguiente vez que inicie sesión, el usuario </a:t>
            </a:r>
            <a:r>
              <a:rPr lang="es-ES" sz="3200" kern="0" dirty="0" err="1" smtClean="0"/>
              <a:t>usuobligatorio</a:t>
            </a:r>
            <a:r>
              <a:rPr lang="es-ES" sz="3200" kern="0" dirty="0" smtClean="0"/>
              <a:t>, arrancará con el mismo perfil.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dirty="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sz="3400" dirty="0" smtClean="0"/>
              <a:t>3. CARPETAS PERSONALES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428736"/>
            <a:ext cx="8429684" cy="492922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Para evitar que el perfil móvil u obligatorio de los usuarios sea muy pesado debemos dejar el </a:t>
            </a:r>
            <a:r>
              <a:rPr lang="es-ES" sz="3200" kern="0" dirty="0" smtClean="0"/>
              <a:t>perfil </a:t>
            </a:r>
            <a:r>
              <a:rPr lang="es-ES" sz="3200" kern="0" dirty="0" smtClean="0"/>
              <a:t>sólo para la configuración del equipo y guardar los documentos en otro sitio.</a:t>
            </a:r>
            <a:endParaRPr lang="es-ES" sz="3200" kern="0" dirty="0" smtClean="0"/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Para ello vamos a usar un espacio del disco duro del servidor para que cada usuario </a:t>
            </a:r>
            <a:r>
              <a:rPr lang="es-ES" sz="3200" kern="0" dirty="0" smtClean="0"/>
              <a:t>pueda tener su carpeta personal.</a:t>
            </a:r>
            <a:endParaRPr lang="es-ES" sz="3200" kern="0" dirty="0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sz="3400" dirty="0" smtClean="0"/>
              <a:t>3. CARPETAS PERSONALES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428736"/>
            <a:ext cx="8429684" cy="492922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Crearemos en el servidor una carpeta Personales compartida con los usuarios del dominio con control total.</a:t>
            </a:r>
            <a:endParaRPr lang="es-ES" sz="3200" kern="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582" y="3071810"/>
            <a:ext cx="7966776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4" y="1643050"/>
            <a:ext cx="3714744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sz="3400" dirty="0" smtClean="0"/>
              <a:t>3. CARPETAS PERSONALES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285720" y="1428736"/>
            <a:ext cx="4857784" cy="5286412"/>
          </a:xfrm>
        </p:spPr>
        <p:txBody>
          <a:bodyPr>
            <a:normAutofit fontScale="92500"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Para asignarles a los usuarios globales su carpeta personal, accederemos a la pestaña Perfil del usuario desde la herramienta Usuarios y equipos del active </a:t>
            </a:r>
            <a:r>
              <a:rPr lang="es-ES" sz="3200" kern="0" dirty="0" err="1" smtClean="0"/>
              <a:t>directory</a:t>
            </a:r>
            <a:r>
              <a:rPr lang="es-ES" sz="3200" kern="0" dirty="0" smtClean="0"/>
              <a:t> </a:t>
            </a:r>
            <a:r>
              <a:rPr lang="es-ES" sz="3200" kern="0" dirty="0" smtClean="0"/>
              <a:t>y modificaremos el apartado carpeta particular.</a:t>
            </a:r>
            <a:endParaRPr lang="es-ES" sz="3200" kern="0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5357818" y="4643446"/>
            <a:ext cx="3000396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1071546"/>
            <a:ext cx="38862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015287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s-ES" sz="3400" dirty="0" smtClean="0"/>
              <a:t>3. CARPETAS PERSONALES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4357718" cy="528641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Tras darle a aceptar, se creará una carpeta en Personal con el nombre del usuario. 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Y al iniciar sesión desde un ordenador cliente con ese usuario, se le mapeará la unidad z: a su carpeta personal.</a:t>
            </a:r>
            <a:endParaRPr lang="es-ES" sz="3200" kern="0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5072066" y="2928934"/>
            <a:ext cx="2857520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3500438"/>
            <a:ext cx="4003855" cy="307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Rectángulo"/>
          <p:cNvSpPr/>
          <p:nvPr/>
        </p:nvSpPr>
        <p:spPr>
          <a:xfrm>
            <a:off x="6715140" y="5929330"/>
            <a:ext cx="2000264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3500438"/>
            <a:ext cx="4252909" cy="3008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1214422"/>
            <a:ext cx="4229096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015287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s-ES" sz="3400" dirty="0" smtClean="0"/>
              <a:t>3. CARPETAS PERSONALES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4357718" cy="528641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Todos los cambios que se hagan en esa unidad z:, realmente se están haciendo en la carpeta personal del usuario en el servidor.</a:t>
            </a:r>
            <a:endParaRPr lang="es-ES" sz="3200" kern="0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5929322" y="2571744"/>
            <a:ext cx="2857520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Rectángulo"/>
          <p:cNvSpPr/>
          <p:nvPr/>
        </p:nvSpPr>
        <p:spPr>
          <a:xfrm>
            <a:off x="4929190" y="5572140"/>
            <a:ext cx="4071966" cy="1000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643314"/>
            <a:ext cx="7786742" cy="288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015287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s-ES" sz="3400" dirty="0" smtClean="0"/>
              <a:t>3. CARPETAS PERSONALES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8572560" cy="528641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Si quiero que sólo ese usuario pueda acceder a esa carpeta, en el servidor hay que modificar los permisos de la carpeta para que sólo tenga permisos el usuario que se llama como ella.</a:t>
            </a:r>
            <a:endParaRPr lang="es-ES" sz="3200" kern="0" dirty="0" smtClean="0"/>
          </a:p>
        </p:txBody>
      </p:sp>
      <p:sp>
        <p:nvSpPr>
          <p:cNvPr id="6" name="5 Rectángulo"/>
          <p:cNvSpPr/>
          <p:nvPr/>
        </p:nvSpPr>
        <p:spPr>
          <a:xfrm>
            <a:off x="4000496" y="6000768"/>
            <a:ext cx="4643470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015287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4</a:t>
            </a:r>
            <a:r>
              <a:rPr lang="es-ES" sz="3400" dirty="0" smtClean="0"/>
              <a:t>. MAPEAR UNIDADES DE RED CON UN SCRIPT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8572560" cy="528641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Podemos crear un script para que se ejecute cuando los usuarios inicien sesión desde los equipos clientes.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Para ello, en el servidor crearemos un fichero .</a:t>
            </a:r>
            <a:r>
              <a:rPr lang="es-ES" sz="3200" kern="0" dirty="0" err="1" smtClean="0"/>
              <a:t>bat</a:t>
            </a:r>
            <a:r>
              <a:rPr lang="es-ES" sz="3200" kern="0" dirty="0" smtClean="0"/>
              <a:t> con un editor de textos.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Con el fichero de textos vamos a mapear una unidad de red a una carpeta compartida en el servidor.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015287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4</a:t>
            </a:r>
            <a:r>
              <a:rPr lang="es-ES" sz="3400" dirty="0" smtClean="0"/>
              <a:t>. MAPEAR UNIDADES DE RED CON UN SCRIPT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142984"/>
            <a:ext cx="8358246" cy="528641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Lo primero será crear una carpeta en el servidor y compartirla con los usuarios que queramos.</a:t>
            </a:r>
            <a:endParaRPr lang="es-ES" sz="3200" kern="0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928934"/>
            <a:ext cx="8258175" cy="3738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015287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4</a:t>
            </a:r>
            <a:r>
              <a:rPr lang="es-ES" sz="3400" dirty="0" smtClean="0"/>
              <a:t>. MAPEAR UNIDADES DE RED CON UN SCRIPT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000108"/>
            <a:ext cx="8358246" cy="528641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Ahora crearemos con el editor de textos un fichero .</a:t>
            </a:r>
            <a:r>
              <a:rPr lang="es-ES" sz="3200" kern="0" dirty="0" err="1" smtClean="0"/>
              <a:t>bat</a:t>
            </a:r>
            <a:r>
              <a:rPr lang="es-ES" sz="3200" kern="0" dirty="0" smtClean="0"/>
              <a:t> que mapee la unidad h: a esa carpeta compartida.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 smtClean="0"/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b="22169"/>
          <a:stretch>
            <a:fillRect/>
          </a:stretch>
        </p:blipFill>
        <p:spPr bwMode="auto">
          <a:xfrm>
            <a:off x="1714480" y="2500306"/>
            <a:ext cx="5876925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3571876"/>
            <a:ext cx="3214678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3 Marcador de texto"/>
          <p:cNvSpPr txBox="1">
            <a:spLocks/>
          </p:cNvSpPr>
          <p:nvPr/>
        </p:nvSpPr>
        <p:spPr>
          <a:xfrm>
            <a:off x="357158" y="3357562"/>
            <a:ext cx="5214974" cy="52864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kumimoji="0" lang="es-E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 fichero hay que grabarlo dentro de unas subcarpetas que se encuentra en la carpeta </a:t>
            </a:r>
            <a:r>
              <a:rPr kumimoji="0" lang="es-E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sysvol</a:t>
            </a:r>
            <a:r>
              <a:rPr kumimoji="0" lang="es-E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que es una carpeta del sistema que está compartida por defecto.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015287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4</a:t>
            </a:r>
            <a:r>
              <a:rPr lang="es-ES" sz="3400" dirty="0" smtClean="0"/>
              <a:t>. MAPEAR UNIDADES DE RED CON UN SCRIPT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000108"/>
            <a:ext cx="8358246" cy="528641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Después configuramos el usuario al que queremos que se le ejecute el script en el inicio de sesión desde los ordenadores clientes.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 smtClean="0"/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3000372"/>
            <a:ext cx="5483285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Rectángulo"/>
          <p:cNvSpPr/>
          <p:nvPr/>
        </p:nvSpPr>
        <p:spPr>
          <a:xfrm>
            <a:off x="2500298" y="4786322"/>
            <a:ext cx="4429156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429000"/>
            <a:ext cx="7162801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015287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s-ES" sz="3400" dirty="0" smtClean="0"/>
              <a:t>4</a:t>
            </a:r>
            <a:r>
              <a:rPr lang="es-ES" sz="3400" dirty="0" smtClean="0"/>
              <a:t>. MAPEAR UNIDADES DE RED CON UN SCRIPT</a:t>
            </a:r>
            <a:endParaRPr lang="es-ES" sz="3400" dirty="0" smtClean="0"/>
          </a:p>
        </p:txBody>
      </p:sp>
      <p:sp>
        <p:nvSpPr>
          <p:cNvPr id="5123" name="3 Marcador de texto"/>
          <p:cNvSpPr>
            <a:spLocks noGrp="1"/>
          </p:cNvSpPr>
          <p:nvPr>
            <p:ph type="body" sz="half" idx="1"/>
          </p:nvPr>
        </p:nvSpPr>
        <p:spPr>
          <a:xfrm>
            <a:off x="357158" y="1000108"/>
            <a:ext cx="8358246" cy="5286412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s-ES" sz="3200" kern="0" dirty="0" smtClean="0"/>
              <a:t>Al iniciar sesión con el usuario Alumno1 desde el cliente, veremos que el usuario tiene dos unidades mapeadas, una a su carpeta personal y otra a la carpeta compartida.</a:t>
            </a:r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 smtClean="0"/>
          </a:p>
          <a:p>
            <a:pPr marL="342900" lvl="1" indent="-342900"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endParaRPr lang="es-ES" sz="3200" kern="0" dirty="0" smtClean="0"/>
          </a:p>
        </p:txBody>
      </p:sp>
      <p:sp>
        <p:nvSpPr>
          <p:cNvPr id="8" name="7 Rectángulo"/>
          <p:cNvSpPr/>
          <p:nvPr/>
        </p:nvSpPr>
        <p:spPr>
          <a:xfrm>
            <a:off x="3071802" y="6072206"/>
            <a:ext cx="5286412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243</TotalTime>
  <Words>1300</Words>
  <Application>Microsoft Office PowerPoint</Application>
  <PresentationFormat>Presentación en pantalla (4:3)</PresentationFormat>
  <Paragraphs>89</Paragraphs>
  <Slides>32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3" baseType="lpstr">
      <vt:lpstr>Flujo</vt:lpstr>
      <vt:lpstr>TEMA 5 – PARTE 1</vt:lpstr>
      <vt:lpstr>1. PERFIL MÓVIL DE USUARIO</vt:lpstr>
      <vt:lpstr>1.1 CREACIÓN Y ADMINISTRACIÓN DE PERFILES MÓVILES DE USUARIO</vt:lpstr>
      <vt:lpstr>1.1 CREACIÓN Y ADMINISTRACIÓN DE PERFILES MÓVILES DE USUARIO</vt:lpstr>
      <vt:lpstr>1.1 CREACIÓN Y ADMINISTRACIÓN DE PERFILES MÓVILES DE USUARIO</vt:lpstr>
      <vt:lpstr>1.1 CREACIÓN Y ADMINISTRACIÓN DE PERFILES MÓVILES DE USUARIO</vt:lpstr>
      <vt:lpstr>1.2 VENTAJAS DE LOS PERFILES MÓVILES</vt:lpstr>
      <vt:lpstr>1.3 DESVENTAJAS DE LOS PERFILES MÓVILES</vt:lpstr>
      <vt:lpstr>2. PERFIL OBLIGATORIO DE USUARIO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2.1 CREACIÓN Y ADMINISTRACIÓN DE PERFILES OBLIGATORIOS</vt:lpstr>
      <vt:lpstr>3. CARPETAS PERSONALES</vt:lpstr>
      <vt:lpstr>3. CARPETAS PERSONALES</vt:lpstr>
      <vt:lpstr>3. CARPETAS PERSONALES</vt:lpstr>
      <vt:lpstr>3. CARPETAS PERSONALES</vt:lpstr>
      <vt:lpstr>3. CARPETAS PERSONALES</vt:lpstr>
      <vt:lpstr>3. CARPETAS PERSONALES</vt:lpstr>
      <vt:lpstr>4. MAPEAR UNIDADES DE RED CON UN SCRIPT</vt:lpstr>
      <vt:lpstr>4. MAPEAR UNIDADES DE RED CON UN SCRIPT</vt:lpstr>
      <vt:lpstr>4. MAPEAR UNIDADES DE RED CON UN SCRIPT</vt:lpstr>
      <vt:lpstr>4. MAPEAR UNIDADES DE RED CON UN SCRIPT</vt:lpstr>
      <vt:lpstr>4. MAPEAR UNIDADES DE RED CON UN SCRIPT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5 – PARTE 1</dc:title>
  <dc:creator>Usuario de Windows</dc:creator>
  <cp:lastModifiedBy>Usuario de Windows</cp:lastModifiedBy>
  <cp:revision>6</cp:revision>
  <dcterms:created xsi:type="dcterms:W3CDTF">2017-10-29T17:18:12Z</dcterms:created>
  <dcterms:modified xsi:type="dcterms:W3CDTF">2017-11-12T19:30:58Z</dcterms:modified>
</cp:coreProperties>
</file>